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14747449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DFD45B-BD44-D479-941C-C9BAE9034F01}" v="71" dt="2026-04-17T10:22:54.718"/>
    <p1510:client id="{7085E768-EA0B-1C78-5077-00E7D511F2C1}" v="31" dt="2026-04-16T15:53:13.6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1" d="100"/>
          <a:sy n="71" d="100"/>
        </p:scale>
        <p:origin x="2052" y="13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19BA9E-9B98-4D5A-9754-0BF04AD549EE}"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35E8B3-42B5-4B8B-A717-458DAAF798EC}" type="slidenum">
              <a:rPr lang="en-US" smtClean="0"/>
              <a:t>‹#›</a:t>
            </a:fld>
            <a:endParaRPr lang="en-US"/>
          </a:p>
        </p:txBody>
      </p:sp>
    </p:spTree>
    <p:extLst>
      <p:ext uri="{BB962C8B-B14F-4D97-AF65-F5344CB8AC3E}">
        <p14:creationId xmlns:p14="http://schemas.microsoft.com/office/powerpoint/2010/main" val="2516891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6.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6.emf"/></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svg"/><Relationship Id="rId5" Type="http://schemas.openxmlformats.org/officeDocument/2006/relationships/image" Target="../media/image17.emf"/><Relationship Id="rId4" Type="http://schemas.openxmlformats.org/officeDocument/2006/relationships/oleObject" Target="../embeddings/oleObject4.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1 - Blank">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D6A4B7-704E-AAAA-B16B-0F7877CA50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0" name="TextBox 9">
            <a:extLst>
              <a:ext uri="{FF2B5EF4-FFF2-40B4-BE49-F238E27FC236}">
                <a16:creationId xmlns:a16="http://schemas.microsoft.com/office/drawing/2014/main" id="{A2CC8E39-9A4E-A4DF-F50E-11E2BDCAFF74}"/>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54684DA7-0D8A-B949-344B-2DA84CB93D5D}"/>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3" name="Footer Placeholder 2">
            <a:extLst>
              <a:ext uri="{FF2B5EF4-FFF2-40B4-BE49-F238E27FC236}">
                <a16:creationId xmlns:a16="http://schemas.microsoft.com/office/drawing/2014/main" id="{6E4F0CF6-F16F-8670-1980-E9ED719A0C64}"/>
              </a:ext>
            </a:extLst>
          </p:cNvPr>
          <p:cNvSpPr>
            <a:spLocks noGrp="1"/>
          </p:cNvSpPr>
          <p:nvPr>
            <p:ph type="ftr" sz="quarter" idx="3"/>
          </p:nvPr>
        </p:nvSpPr>
        <p:spPr>
          <a:xfrm>
            <a:off x="2006146" y="6217919"/>
            <a:ext cx="8207585" cy="558564"/>
          </a:xfrm>
          <a:prstGeom prst="rect">
            <a:avLst/>
          </a:prstGeom>
        </p:spPr>
        <p:txBody>
          <a:bodyPr vert="horz" wrap="square" lIns="0" tIns="0" rIns="0" bIns="0" rtlCol="0" anchor="b" anchorCtr="0">
            <a:noAutofit/>
          </a:bodyPr>
          <a:lstStyle>
            <a:lvl1pPr>
              <a:defRPr lang="en-US" sz="1067"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a:t>
            </a:r>
            <a:r>
              <a:rPr lang="en-US" dirty="0" err="1"/>
              <a:t>ies</a:t>
            </a:r>
            <a:r>
              <a:rPr lang="en-US" dirty="0"/>
              <a:t>, where applicable.</a:t>
            </a:r>
          </a:p>
        </p:txBody>
      </p:sp>
      <p:cxnSp>
        <p:nvCxnSpPr>
          <p:cNvPr id="2" name="Straight Connector 1">
            <a:extLst>
              <a:ext uri="{FF2B5EF4-FFF2-40B4-BE49-F238E27FC236}">
                <a16:creationId xmlns:a16="http://schemas.microsoft.com/office/drawing/2014/main" id="{6457C485-AAE3-8CE0-B84B-C83F4093C08C}"/>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7566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4" name="TextBox 13">
            <a:extLst>
              <a:ext uri="{FF2B5EF4-FFF2-40B4-BE49-F238E27FC236}">
                <a16:creationId xmlns:a16="http://schemas.microsoft.com/office/drawing/2014/main" id="{B4AE9558-F65E-E57A-5394-E3FBBB881C02}"/>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2006147" y="6205728"/>
            <a:ext cx="8207613" cy="564363"/>
          </a:xfrm>
          <a:prstGeom prst="rect">
            <a:avLst/>
          </a:prstGeom>
        </p:spPr>
        <p:txBody>
          <a:bodyPr vert="horz" wrap="squar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a:t>
            </a:r>
            <a:r>
              <a:rPr lang="en-US" dirty="0" err="1"/>
              <a:t>ies</a:t>
            </a:r>
            <a:r>
              <a:rPr lang="en-US" dirty="0"/>
              <a:t>, where applicable.</a:t>
            </a:r>
          </a:p>
        </p:txBody>
      </p:sp>
      <p:cxnSp>
        <p:nvCxnSpPr>
          <p:cNvPr id="3" name="Straight Connector 2">
            <a:extLst>
              <a:ext uri="{FF2B5EF4-FFF2-40B4-BE49-F238E27FC236}">
                <a16:creationId xmlns:a16="http://schemas.microsoft.com/office/drawing/2014/main" id="{74AA98FC-E577-274F-771E-82560F85DC94}"/>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714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1.3 -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0" indent="0">
              <a:lnSpc>
                <a:spcPct val="100000"/>
              </a:lnSpc>
              <a:spcBef>
                <a:spcPts val="0"/>
              </a:spcBef>
              <a:spcAft>
                <a:spcPts val="800"/>
              </a:spcAft>
              <a:buSzPct val="70000"/>
              <a:buNone/>
              <a:defRPr sz="1600">
                <a:solidFill>
                  <a:schemeClr val="tx2"/>
                </a:solidFill>
              </a:defRPr>
            </a:lvl1pPr>
            <a:lvl2pPr marL="239994" indent="0">
              <a:lnSpc>
                <a:spcPct val="100000"/>
              </a:lnSpc>
              <a:spcBef>
                <a:spcPts val="0"/>
              </a:spcBef>
              <a:spcAft>
                <a:spcPts val="800"/>
              </a:spcAft>
              <a:buSzPct val="70000"/>
              <a:buNone/>
              <a:defRPr sz="1600">
                <a:solidFill>
                  <a:schemeClr val="tx2"/>
                </a:solidFill>
              </a:defRPr>
            </a:lvl2pPr>
            <a:lvl3pPr marL="479988" indent="0">
              <a:lnSpc>
                <a:spcPct val="100000"/>
              </a:lnSpc>
              <a:spcBef>
                <a:spcPts val="0"/>
              </a:spcBef>
              <a:spcAft>
                <a:spcPts val="800"/>
              </a:spcAft>
              <a:buSzPct val="70000"/>
              <a:buNone/>
              <a:defRPr sz="1600">
                <a:solidFill>
                  <a:schemeClr val="tx2"/>
                </a:solidFill>
              </a:defRPr>
            </a:lvl3pPr>
            <a:lvl4pPr marL="719982" indent="0">
              <a:lnSpc>
                <a:spcPct val="100000"/>
              </a:lnSpc>
              <a:spcBef>
                <a:spcPts val="0"/>
              </a:spcBef>
              <a:spcAft>
                <a:spcPts val="800"/>
              </a:spcAft>
              <a:buSzPct val="70000"/>
              <a:buNone/>
              <a:defRPr sz="1600">
                <a:solidFill>
                  <a:schemeClr val="tx2"/>
                </a:solidFill>
              </a:defRPr>
            </a:lvl4pPr>
            <a:lvl5pPr marL="959976" indent="0">
              <a:lnSpc>
                <a:spcPct val="100000"/>
              </a:lnSpc>
              <a:spcBef>
                <a:spcPts val="0"/>
              </a:spcBef>
              <a:spcAft>
                <a:spcPts val="800"/>
              </a:spcAft>
              <a:buSzPct val="70000"/>
              <a:buNone/>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752AD69E-8972-FFEB-3CDF-810FC2C15BE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5" name="TextBox 14">
            <a:extLst>
              <a:ext uri="{FF2B5EF4-FFF2-40B4-BE49-F238E27FC236}">
                <a16:creationId xmlns:a16="http://schemas.microsoft.com/office/drawing/2014/main" id="{31A68076-E163-16F0-6643-612506DC25C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DDBD7350-FFE3-8F35-04ED-B83CAB700A06}"/>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E90EBC0-49DE-3234-6D8A-7B5E88E2D975}"/>
              </a:ext>
            </a:extLst>
          </p:cNvPr>
          <p:cNvSpPr>
            <a:spLocks noGrp="1"/>
          </p:cNvSpPr>
          <p:nvPr>
            <p:ph type="ftr" sz="quarter" idx="3"/>
          </p:nvPr>
        </p:nvSpPr>
        <p:spPr>
          <a:xfrm>
            <a:off x="2006146" y="6143625"/>
            <a:ext cx="8207612" cy="600075"/>
          </a:xfrm>
          <a:prstGeom prst="rect">
            <a:avLst/>
          </a:prstGeom>
        </p:spPr>
        <p:txBody>
          <a:bodyPr vert="horz" wrap="squar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a:t>
            </a:r>
            <a:r>
              <a:rPr lang="en-US" dirty="0" err="1"/>
              <a:t>ies</a:t>
            </a:r>
            <a:r>
              <a:rPr lang="en-US" dirty="0"/>
              <a:t>, where applicable.</a:t>
            </a:r>
          </a:p>
        </p:txBody>
      </p:sp>
      <p:cxnSp>
        <p:nvCxnSpPr>
          <p:cNvPr id="2" name="Straight Connector 1">
            <a:extLst>
              <a:ext uri="{FF2B5EF4-FFF2-40B4-BE49-F238E27FC236}">
                <a16:creationId xmlns:a16="http://schemas.microsoft.com/office/drawing/2014/main" id="{4147FFC8-BCFC-9C91-34CB-FA2757B9FCD8}"/>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764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1.4 - 1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3772E5D1-F4A4-5034-E057-717754E3543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5" name="TextBox 14">
            <a:extLst>
              <a:ext uri="{FF2B5EF4-FFF2-40B4-BE49-F238E27FC236}">
                <a16:creationId xmlns:a16="http://schemas.microsoft.com/office/drawing/2014/main" id="{D5C5286A-148E-6CAC-4953-28CEC8A7AC65}"/>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8C09A251-3EA9-3813-C32A-42674B11B3BE}"/>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DDBC5E9-DF95-1530-C94F-AC94C8FDD7BF}"/>
              </a:ext>
            </a:extLst>
          </p:cNvPr>
          <p:cNvSpPr>
            <a:spLocks noGrp="1"/>
          </p:cNvSpPr>
          <p:nvPr>
            <p:ph type="ftr" sz="quarter" idx="3"/>
          </p:nvPr>
        </p:nvSpPr>
        <p:spPr>
          <a:xfrm>
            <a:off x="2006146" y="6162158"/>
            <a:ext cx="8314364" cy="595423"/>
          </a:xfrm>
          <a:prstGeom prst="rect">
            <a:avLst/>
          </a:prstGeom>
        </p:spPr>
        <p:txBody>
          <a:bodyPr vert="horz" wrap="square" lIns="0" tIns="0" rIns="0" bIns="0" rtlCol="0" anchor="b" anchorCtr="0">
            <a:noAutofit/>
          </a:bodyPr>
          <a:lstStyle>
            <a:lvl1pPr>
              <a:defRPr lang="en-US" sz="1067"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a:t>
            </a:r>
            <a:r>
              <a:rPr lang="en-US" dirty="0" err="1"/>
              <a:t>ies</a:t>
            </a:r>
            <a:r>
              <a:rPr lang="en-US" dirty="0"/>
              <a:t>, where applicable.</a:t>
            </a:r>
          </a:p>
        </p:txBody>
      </p:sp>
      <p:cxnSp>
        <p:nvCxnSpPr>
          <p:cNvPr id="2" name="Straight Connector 1">
            <a:extLst>
              <a:ext uri="{FF2B5EF4-FFF2-40B4-BE49-F238E27FC236}">
                <a16:creationId xmlns:a16="http://schemas.microsoft.com/office/drawing/2014/main" id="{79E8CF51-8E48-6828-423E-617B4E1565E7}"/>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93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5 - 2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6211552"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6" name="TextBox 15">
            <a:extLst>
              <a:ext uri="{FF2B5EF4-FFF2-40B4-BE49-F238E27FC236}">
                <a16:creationId xmlns:a16="http://schemas.microsoft.com/office/drawing/2014/main" id="{76D7398D-CEE7-3079-FB86-A89C992F31A0}"/>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3654D0DC-83E2-3257-B441-08F7D9D94478}"/>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47C68A9-7989-FB66-D55B-D66D6874D998}"/>
              </a:ext>
            </a:extLst>
          </p:cNvPr>
          <p:cNvSpPr>
            <a:spLocks noGrp="1"/>
          </p:cNvSpPr>
          <p:nvPr>
            <p:ph type="ftr" sz="quarter" idx="3"/>
          </p:nvPr>
        </p:nvSpPr>
        <p:spPr>
          <a:xfrm>
            <a:off x="2006146" y="6187067"/>
            <a:ext cx="8314367" cy="561063"/>
          </a:xfrm>
          <a:prstGeom prst="rect">
            <a:avLst/>
          </a:prstGeom>
        </p:spPr>
        <p:txBody>
          <a:bodyPr vert="horz" wrap="squar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CFC902BB-0C0A-0354-8619-93CF785E9CBF}"/>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1786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6 - 3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4296000"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8035550" y="1680000"/>
            <a:ext cx="3596877"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Box 16">
            <a:extLst>
              <a:ext uri="{FF2B5EF4-FFF2-40B4-BE49-F238E27FC236}">
                <a16:creationId xmlns:a16="http://schemas.microsoft.com/office/drawing/2014/main" id="{B3C89AA2-17C4-2311-08AF-1321E11749F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2713EB45-843B-9A1C-345B-468536A7E05D}"/>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C77A4B8F-49F4-2929-427A-DF7B92A561E5}"/>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804B3FDD-9CA0-11D4-0851-6220AEF72241}"/>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7222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7 - 4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368443"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180435"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8992427"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Box 17">
            <a:extLst>
              <a:ext uri="{FF2B5EF4-FFF2-40B4-BE49-F238E27FC236}">
                <a16:creationId xmlns:a16="http://schemas.microsoft.com/office/drawing/2014/main" id="{77523A0E-155F-824D-4618-C556416C4BC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3DCBE36C-4C66-1188-03D3-624F2E47A387}"/>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45644240-BAFF-42B5-1A7E-4A3EC1F84D9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236F73B2-E419-4B3A-6889-6AD4A8D02A42}"/>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140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8 - Numbered">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556800" y="1680000"/>
            <a:ext cx="11078400" cy="4158640"/>
          </a:xfrm>
          <a:prstGeom prst="rect">
            <a:avLst/>
          </a:prstGeom>
        </p:spPr>
        <p:txBody>
          <a:bodyPr lIns="0" tIns="0" rIns="0" bIns="0"/>
          <a:lstStyle>
            <a:lvl1pPr marL="304792" indent="-304792">
              <a:lnSpc>
                <a:spcPct val="100000"/>
              </a:lnSpc>
              <a:spcBef>
                <a:spcPts val="0"/>
              </a:spcBef>
              <a:spcAft>
                <a:spcPts val="800"/>
              </a:spcAft>
              <a:buFont typeface="+mj-lt"/>
              <a:buAutoNum type="arabicPeriod"/>
              <a:defRPr sz="1600">
                <a:solidFill>
                  <a:schemeClr val="tx2"/>
                </a:solidFill>
              </a:defRPr>
            </a:lvl1pPr>
            <a:lvl2pPr marL="544786" indent="-304792">
              <a:lnSpc>
                <a:spcPct val="100000"/>
              </a:lnSpc>
              <a:spcBef>
                <a:spcPts val="0"/>
              </a:spcBef>
              <a:spcAft>
                <a:spcPts val="800"/>
              </a:spcAft>
              <a:buFont typeface="+mj-lt"/>
              <a:buAutoNum type="arabicPeriod" startAt="2"/>
              <a:defRPr sz="1600">
                <a:solidFill>
                  <a:schemeClr val="tx2"/>
                </a:solidFill>
              </a:defRPr>
            </a:lvl2pPr>
            <a:lvl3pPr marL="784780" indent="-304792">
              <a:lnSpc>
                <a:spcPct val="100000"/>
              </a:lnSpc>
              <a:spcBef>
                <a:spcPts val="0"/>
              </a:spcBef>
              <a:spcAft>
                <a:spcPts val="800"/>
              </a:spcAft>
              <a:buFont typeface="+mj-lt"/>
              <a:buAutoNum type="arabicPeriod" startAt="3"/>
              <a:defRPr sz="1600">
                <a:solidFill>
                  <a:schemeClr val="tx2"/>
                </a:solidFill>
              </a:defRPr>
            </a:lvl3pPr>
            <a:lvl4pPr marL="1024774" indent="-304792">
              <a:lnSpc>
                <a:spcPct val="100000"/>
              </a:lnSpc>
              <a:spcBef>
                <a:spcPts val="0"/>
              </a:spcBef>
              <a:spcAft>
                <a:spcPts val="800"/>
              </a:spcAft>
              <a:buFont typeface="+mj-lt"/>
              <a:buAutoNum type="arabicPeriod" startAt="4"/>
              <a:defRPr sz="1600">
                <a:solidFill>
                  <a:schemeClr val="tx2"/>
                </a:solidFill>
              </a:defRPr>
            </a:lvl4pPr>
            <a:lvl5pPr marL="1276168" indent="-304792">
              <a:lnSpc>
                <a:spcPct val="100000"/>
              </a:lnSpc>
              <a:spcBef>
                <a:spcPts val="0"/>
              </a:spcBef>
              <a:spcAft>
                <a:spcPts val="800"/>
              </a:spcAft>
              <a:buFont typeface="+mj-lt"/>
              <a:buAutoNum type="arabicPeriod" startAt="5"/>
              <a:defRPr sz="1600">
                <a:solidFill>
                  <a:schemeClr val="tx2"/>
                </a:solidFill>
              </a:defRPr>
            </a:lvl5pPr>
          </a:lstStyle>
          <a:p>
            <a:pPr lvl="0"/>
            <a:r>
              <a:rPr lang="en-US" dirty="0"/>
              <a:t>Text here</a:t>
            </a:r>
          </a:p>
          <a:p>
            <a:pPr lvl="1"/>
            <a:r>
              <a:rPr lang="en-US" dirty="0"/>
              <a:t>Text here</a:t>
            </a:r>
          </a:p>
          <a:p>
            <a:pPr lvl="2"/>
            <a:r>
              <a:rPr lang="en-US" dirty="0"/>
              <a:t>Text here</a:t>
            </a:r>
          </a:p>
          <a:p>
            <a:pPr lvl="3"/>
            <a:r>
              <a:rPr lang="en-US" dirty="0"/>
              <a:t>Text here</a:t>
            </a:r>
          </a:p>
          <a:p>
            <a:pPr marL="1276168" marR="0" lvl="4" indent="-304792" algn="l" defTabSz="914377" rtl="0" eaLnBrk="1" fontAlgn="auto" latinLnBrk="0" hangingPunct="1">
              <a:lnSpc>
                <a:spcPct val="100000"/>
              </a:lnSpc>
              <a:spcBef>
                <a:spcPts val="0"/>
              </a:spcBef>
              <a:spcAft>
                <a:spcPts val="400"/>
              </a:spcAft>
              <a:buClrTx/>
              <a:buSzTx/>
              <a:tabLst/>
              <a:defRPr/>
            </a:pPr>
            <a:r>
              <a:rPr lang="en-US" dirty="0"/>
              <a:t>Text here</a:t>
            </a:r>
          </a:p>
        </p:txBody>
      </p:sp>
      <p:pic>
        <p:nvPicPr>
          <p:cNvPr id="5" name="Graphic 4">
            <a:extLst>
              <a:ext uri="{FF2B5EF4-FFF2-40B4-BE49-F238E27FC236}">
                <a16:creationId xmlns:a16="http://schemas.microsoft.com/office/drawing/2014/main" id="{E5F6DF56-1BC2-2F0B-C57B-C1D817B14910}"/>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5" name="TextBox 14">
            <a:extLst>
              <a:ext uri="{FF2B5EF4-FFF2-40B4-BE49-F238E27FC236}">
                <a16:creationId xmlns:a16="http://schemas.microsoft.com/office/drawing/2014/main" id="{2138E23A-1A2B-4FC2-057E-864010EF96E0}"/>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5417762A-54B1-36A8-F29E-69737B3F61FF}"/>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395D9105-CDC3-7AF1-1035-8F0BB27B989E}"/>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353F7E12-5AAE-379F-13F1-075F4E93E97D}"/>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464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556800" y="1440001"/>
            <a:ext cx="11078400" cy="2347335"/>
          </a:xfrm>
          <a:prstGeom prst="rect">
            <a:avLst/>
          </a:prstGeom>
        </p:spPr>
        <p:txBody>
          <a:bodyPr lIns="0" tIns="0" rIns="0" bIns="0"/>
          <a:lstStyle>
            <a:lvl1pPr marL="0" indent="0">
              <a:buNone/>
              <a:defRPr sz="7200" baseline="0">
                <a:solidFill>
                  <a:schemeClr val="accent1"/>
                </a:solidFill>
                <a:latin typeface="Nokia Pure Headline Ultra Light" panose="020B0204020202020204" pitchFamily="34" charset="0"/>
              </a:defRPr>
            </a:lvl1pPr>
          </a:lstStyle>
          <a:p>
            <a:pPr lvl="0"/>
            <a:r>
              <a:rPr lang="en-US" dirty="0"/>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7253B20-AD10-1261-4A70-76072ED4044B}"/>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0A124B01-6D4E-ECB8-589F-7F656C99B606}"/>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512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1 - Bullet 1/2 imag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799" y="527928"/>
            <a:ext cx="505186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799" y="1019360"/>
            <a:ext cx="505186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6096001" y="0"/>
            <a:ext cx="6096001" cy="6858000"/>
          </a:xfrm>
          <a:prstGeom prst="rect">
            <a:avLst/>
          </a:prstGeom>
          <a:solidFill>
            <a:schemeClr val="tx2"/>
          </a:solidFill>
        </p:spPr>
        <p:txBody>
          <a:bodyPr/>
          <a:lstStyle>
            <a:lvl1pPr marL="0" indent="0">
              <a:buNone/>
              <a:defRPr sz="1333">
                <a:solidFill>
                  <a:schemeClr val="bg1"/>
                </a:solidFill>
              </a:defRPr>
            </a:lvl1pPr>
          </a:lstStyle>
          <a:p>
            <a:r>
              <a:rPr lang="en-US" dirty="0"/>
              <a:t>Click to add picture</a:t>
            </a:r>
          </a:p>
        </p:txBody>
      </p:sp>
      <p:sp>
        <p:nvSpPr>
          <p:cNvPr id="8" name="Text Placeholder 12">
            <a:extLst>
              <a:ext uri="{FF2B5EF4-FFF2-40B4-BE49-F238E27FC236}">
                <a16:creationId xmlns:a16="http://schemas.microsoft.com/office/drawing/2014/main" id="{E6285CBB-8652-0F93-9BFF-BDE646DC1516}"/>
              </a:ext>
            </a:extLst>
          </p:cNvPr>
          <p:cNvSpPr>
            <a:spLocks noGrp="1"/>
          </p:cNvSpPr>
          <p:nvPr>
            <p:ph type="body" sz="quarter" idx="14"/>
          </p:nvPr>
        </p:nvSpPr>
        <p:spPr>
          <a:xfrm>
            <a:off x="556451" y="1680000"/>
            <a:ext cx="505186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459A0509-67CF-F982-C358-C433F16CD83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20" name="TextBox 19">
            <a:extLst>
              <a:ext uri="{FF2B5EF4-FFF2-40B4-BE49-F238E27FC236}">
                <a16:creationId xmlns:a16="http://schemas.microsoft.com/office/drawing/2014/main" id="{972230E8-8C3E-FACC-BB83-0BEB16548E55}"/>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FFD06BD2-8C82-3A42-EA94-1DAD5F04366A}"/>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30DEAEC4-E0F3-9FCE-BAAF-FDB63BC5E69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5" name="Straight Connector 4">
            <a:extLst>
              <a:ext uri="{FF2B5EF4-FFF2-40B4-BE49-F238E27FC236}">
                <a16:creationId xmlns:a16="http://schemas.microsoft.com/office/drawing/2014/main" id="{7B842875-218D-9D8A-5783-0C33E936FF9B}"/>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3510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2 - Bullet 2/3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4128000" y="0"/>
            <a:ext cx="8064000" cy="6858000"/>
          </a:xfrm>
          <a:prstGeom prst="rect">
            <a:avLst/>
          </a:prstGeom>
          <a:solidFill>
            <a:schemeClr val="tx2"/>
          </a:solidFill>
        </p:spPr>
        <p:txBody>
          <a:bodyPr/>
          <a:lstStyle>
            <a:lvl1pPr marL="0" indent="0">
              <a:buNone/>
              <a:defRPr sz="1333">
                <a:solidFill>
                  <a:schemeClr val="bg1"/>
                </a:solidFill>
              </a:defRPr>
            </a:lvl1pPr>
          </a:lstStyle>
          <a:p>
            <a:r>
              <a:rPr lang="en-US" dirty="0"/>
              <a:t>Click to add picture</a:t>
            </a:r>
          </a:p>
        </p:txBody>
      </p:sp>
      <p:pic>
        <p:nvPicPr>
          <p:cNvPr id="2" name="Graphic 1">
            <a:extLst>
              <a:ext uri="{FF2B5EF4-FFF2-40B4-BE49-F238E27FC236}">
                <a16:creationId xmlns:a16="http://schemas.microsoft.com/office/drawing/2014/main" id="{459A0509-67CF-F982-C358-C433F16CD83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5" name="Text Placeholder 42">
            <a:extLst>
              <a:ext uri="{FF2B5EF4-FFF2-40B4-BE49-F238E27FC236}">
                <a16:creationId xmlns:a16="http://schemas.microsoft.com/office/drawing/2014/main" id="{E5C0F96B-575B-3032-1D03-A5D0D7313FCB}"/>
              </a:ext>
            </a:extLst>
          </p:cNvPr>
          <p:cNvSpPr>
            <a:spLocks noGrp="1"/>
          </p:cNvSpPr>
          <p:nvPr>
            <p:ph type="body" sz="quarter" idx="12"/>
          </p:nvPr>
        </p:nvSpPr>
        <p:spPr>
          <a:xfrm>
            <a:off x="556801" y="527928"/>
            <a:ext cx="320274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7" name="Text Placeholder 42">
            <a:extLst>
              <a:ext uri="{FF2B5EF4-FFF2-40B4-BE49-F238E27FC236}">
                <a16:creationId xmlns:a16="http://schemas.microsoft.com/office/drawing/2014/main" id="{171D37E4-D2E3-6D25-9C68-18D40EF22BCE}"/>
              </a:ext>
            </a:extLst>
          </p:cNvPr>
          <p:cNvSpPr>
            <a:spLocks noGrp="1"/>
          </p:cNvSpPr>
          <p:nvPr>
            <p:ph type="body" sz="quarter" idx="13" hasCustomPrompt="1"/>
          </p:nvPr>
        </p:nvSpPr>
        <p:spPr>
          <a:xfrm>
            <a:off x="556801" y="1019360"/>
            <a:ext cx="320274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235DB99C-EDCB-D6C3-2083-649EBE85053E}"/>
              </a:ext>
            </a:extLst>
          </p:cNvPr>
          <p:cNvSpPr>
            <a:spLocks noGrp="1"/>
          </p:cNvSpPr>
          <p:nvPr>
            <p:ph type="body" sz="quarter" idx="14"/>
          </p:nvPr>
        </p:nvSpPr>
        <p:spPr>
          <a:xfrm>
            <a:off x="556453" y="1680000"/>
            <a:ext cx="320274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Box 11">
            <a:extLst>
              <a:ext uri="{FF2B5EF4-FFF2-40B4-BE49-F238E27FC236}">
                <a16:creationId xmlns:a16="http://schemas.microsoft.com/office/drawing/2014/main" id="{6A434747-CAC6-E3AB-43A2-737599B9350F}"/>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F408B049-B5A6-319C-6604-4CB974379CE7}"/>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6BE57E5-418C-3CAD-E431-901873F5937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4" name="Straight Connector 3">
            <a:extLst>
              <a:ext uri="{FF2B5EF4-FFF2-40B4-BE49-F238E27FC236}">
                <a16:creationId xmlns:a16="http://schemas.microsoft.com/office/drawing/2014/main" id="{8C046F9B-D4E9-66C2-A0FB-F251F890F0E2}"/>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8056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3 - Bullet 1/2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6096001" y="0"/>
            <a:ext cx="6095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algn="l">
              <a:spcAft>
                <a:spcPts val="400"/>
              </a:spcAft>
              <a:buSzPct val="100000"/>
            </a:pPr>
            <a:endParaRPr lang="en-US" sz="1600" dirty="0">
              <a:solidFill>
                <a:schemeClr val="bg1"/>
              </a:solidFill>
            </a:endParaRPr>
          </a:p>
        </p:txBody>
      </p:sp>
      <p:pic>
        <p:nvPicPr>
          <p:cNvPr id="7" name="Graphic 6">
            <a:extLst>
              <a:ext uri="{FF2B5EF4-FFF2-40B4-BE49-F238E27FC236}">
                <a16:creationId xmlns:a16="http://schemas.microsoft.com/office/drawing/2014/main" id="{FC6622D9-8C8C-7A92-9836-8782F4AE736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hasCustomPrompt="1"/>
          </p:nvPr>
        </p:nvSpPr>
        <p:spPr>
          <a:xfrm>
            <a:off x="556799" y="527928"/>
            <a:ext cx="505186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556799" y="1019360"/>
            <a:ext cx="505186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556451" y="1680000"/>
            <a:ext cx="505186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Box 11">
            <a:extLst>
              <a:ext uri="{FF2B5EF4-FFF2-40B4-BE49-F238E27FC236}">
                <a16:creationId xmlns:a16="http://schemas.microsoft.com/office/drawing/2014/main" id="{81B2B362-2879-6819-D5A2-C7BE4DDA16A3}"/>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60008FED-F579-32FA-B396-B46F632C45F4}"/>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8639B8D9-7FD8-8F41-6E5A-1F2F111B9E5E}"/>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8632CA16-E6FF-0535-892D-E7A6EA5DA9E7}"/>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471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4 - Bullet 2/3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4128000" y="0"/>
            <a:ext cx="806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algn="l">
              <a:spcAft>
                <a:spcPts val="400"/>
              </a:spcAft>
              <a:buSzPct val="100000"/>
            </a:pPr>
            <a:endParaRPr lang="en-US" sz="1600" dirty="0">
              <a:solidFill>
                <a:schemeClr val="bg1"/>
              </a:solidFill>
            </a:endParaRPr>
          </a:p>
        </p:txBody>
      </p:sp>
      <p:pic>
        <p:nvPicPr>
          <p:cNvPr id="7" name="Graphic 6">
            <a:extLst>
              <a:ext uri="{FF2B5EF4-FFF2-40B4-BE49-F238E27FC236}">
                <a16:creationId xmlns:a16="http://schemas.microsoft.com/office/drawing/2014/main" id="{FC6622D9-8C8C-7A92-9836-8782F4AE736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p:nvPr>
        </p:nvSpPr>
        <p:spPr>
          <a:xfrm>
            <a:off x="556801" y="527928"/>
            <a:ext cx="320274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556801" y="1019360"/>
            <a:ext cx="320274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556453" y="1680000"/>
            <a:ext cx="320274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92932C8D-B957-1CF9-AF0A-C66A4B80B160}"/>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EDFF5BE1-C27A-DAF6-539C-BE7CFB3D3139}"/>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2198C15-49FA-5DCF-088F-089A36BBE5B6}"/>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8535E46A-E1CD-FBD0-4E50-E13A19410088}"/>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1697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1 - Blank dark">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D6A4B7-704E-AAAA-B16B-0F7877CA50B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6" name="TextBox 15">
            <a:extLst>
              <a:ext uri="{FF2B5EF4-FFF2-40B4-BE49-F238E27FC236}">
                <a16:creationId xmlns:a16="http://schemas.microsoft.com/office/drawing/2014/main" id="{EFADF482-1182-15C3-2090-EF4C2A8F787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B5714932-B041-C268-D37A-89265A6401E8}"/>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3D6BE398-80E2-C124-8939-1FA1DF0C1011}"/>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237A6C1B-66EA-1CDD-A7FD-918E8033052C}"/>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5462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2 - Title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pic>
        <p:nvPicPr>
          <p:cNvPr id="3" name="Graphic 2">
            <a:extLst>
              <a:ext uri="{FF2B5EF4-FFF2-40B4-BE49-F238E27FC236}">
                <a16:creationId xmlns:a16="http://schemas.microsoft.com/office/drawing/2014/main" id="{BC39B26E-924A-E04C-205D-CC553972AED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8" name="TextBox 17">
            <a:extLst>
              <a:ext uri="{FF2B5EF4-FFF2-40B4-BE49-F238E27FC236}">
                <a16:creationId xmlns:a16="http://schemas.microsoft.com/office/drawing/2014/main" id="{B4D6E92B-62A5-89F1-C025-9AFA6FCB3323}"/>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F2BA0AE1-3EC1-6929-E965-9C60516B99D6}"/>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8CFFAAD9-97A5-7898-E5FF-36F481EB932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209CB677-B3D7-E9DA-E119-15BB41993FA8}"/>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331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3 - Tex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0" indent="0">
              <a:lnSpc>
                <a:spcPct val="100000"/>
              </a:lnSpc>
              <a:spcBef>
                <a:spcPts val="0"/>
              </a:spcBef>
              <a:spcAft>
                <a:spcPts val="800"/>
              </a:spcAft>
              <a:buSzPct val="70000"/>
              <a:buNone/>
              <a:defRPr sz="1600">
                <a:solidFill>
                  <a:schemeClr val="bg1"/>
                </a:solidFill>
              </a:defRPr>
            </a:lvl1pPr>
            <a:lvl2pPr marL="239994" indent="0">
              <a:lnSpc>
                <a:spcPct val="100000"/>
              </a:lnSpc>
              <a:spcBef>
                <a:spcPts val="0"/>
              </a:spcBef>
              <a:spcAft>
                <a:spcPts val="800"/>
              </a:spcAft>
              <a:buSzPct val="70000"/>
              <a:buNone/>
              <a:defRPr sz="1600">
                <a:solidFill>
                  <a:schemeClr val="bg1"/>
                </a:solidFill>
              </a:defRPr>
            </a:lvl2pPr>
            <a:lvl3pPr marL="479988" indent="0">
              <a:lnSpc>
                <a:spcPct val="100000"/>
              </a:lnSpc>
              <a:spcBef>
                <a:spcPts val="0"/>
              </a:spcBef>
              <a:spcAft>
                <a:spcPts val="800"/>
              </a:spcAft>
              <a:buSzPct val="70000"/>
              <a:buNone/>
              <a:defRPr sz="1600">
                <a:solidFill>
                  <a:schemeClr val="bg1"/>
                </a:solidFill>
              </a:defRPr>
            </a:lvl3pPr>
            <a:lvl4pPr marL="719982" indent="0">
              <a:lnSpc>
                <a:spcPct val="100000"/>
              </a:lnSpc>
              <a:spcBef>
                <a:spcPts val="0"/>
              </a:spcBef>
              <a:spcAft>
                <a:spcPts val="800"/>
              </a:spcAft>
              <a:buSzPct val="70000"/>
              <a:buNone/>
              <a:defRPr sz="1600">
                <a:solidFill>
                  <a:schemeClr val="bg1"/>
                </a:solidFill>
              </a:defRPr>
            </a:lvl4pPr>
            <a:lvl5pPr marL="959976" indent="0">
              <a:lnSpc>
                <a:spcPct val="100000"/>
              </a:lnSpc>
              <a:spcBef>
                <a:spcPts val="0"/>
              </a:spcBef>
              <a:spcAft>
                <a:spcPts val="800"/>
              </a:spcAft>
              <a:buSzPct val="70000"/>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FC50F010-1A3E-13CC-A34C-23E50F7D9E3C}"/>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9" name="TextBox 18">
            <a:extLst>
              <a:ext uri="{FF2B5EF4-FFF2-40B4-BE49-F238E27FC236}">
                <a16:creationId xmlns:a16="http://schemas.microsoft.com/office/drawing/2014/main" id="{6C224637-55EA-0423-7FB7-9D4C22E954C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D086BFC4-A13A-A77F-C95D-F0B63E9FC799}"/>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8436AE6-E5BF-2964-DF91-27380150947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3" name="Straight Connector 2">
            <a:extLst>
              <a:ext uri="{FF2B5EF4-FFF2-40B4-BE49-F238E27FC236}">
                <a16:creationId xmlns:a16="http://schemas.microsoft.com/office/drawing/2014/main" id="{95AB8AB4-23B8-7C73-D92C-B7E5B59F98FB}"/>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6699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4 - 1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9C4C436A-97D3-3C1B-0C95-441F1DF2F989}"/>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9" name="TextBox 18">
            <a:extLst>
              <a:ext uri="{FF2B5EF4-FFF2-40B4-BE49-F238E27FC236}">
                <a16:creationId xmlns:a16="http://schemas.microsoft.com/office/drawing/2014/main" id="{F2203B3C-B7BE-B5F0-A84C-BF4A2D307F8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ED0C98DE-3A96-2DE1-E80F-30D10A98054F}"/>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9872479-176B-250D-7009-2FACC846C886}"/>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3" name="Straight Connector 2">
            <a:extLst>
              <a:ext uri="{FF2B5EF4-FFF2-40B4-BE49-F238E27FC236}">
                <a16:creationId xmlns:a16="http://schemas.microsoft.com/office/drawing/2014/main" id="{98639FAC-9B20-0C41-1170-9E53E197BE91}"/>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9999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5 - 2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6211552"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437E9F8B-5B93-F909-6599-53CAB2225CA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20" name="TextBox 19">
            <a:extLst>
              <a:ext uri="{FF2B5EF4-FFF2-40B4-BE49-F238E27FC236}">
                <a16:creationId xmlns:a16="http://schemas.microsoft.com/office/drawing/2014/main" id="{38BB2193-E2EE-013C-3734-26FE2B6F289C}"/>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94D6E453-33BB-3D1A-87F2-BF23E7DB064B}"/>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25631BE9-7C06-22AD-145E-78B1BD5F79B4}"/>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7" name="Straight Connector 6">
            <a:extLst>
              <a:ext uri="{FF2B5EF4-FFF2-40B4-BE49-F238E27FC236}">
                <a16:creationId xmlns:a16="http://schemas.microsoft.com/office/drawing/2014/main" id="{C4C81FBE-7963-2BF2-3D08-EB37DCED6F21}"/>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8258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6 - 3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4296000"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8035550" y="1680000"/>
            <a:ext cx="3596877"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14635BF5-054A-3811-41D1-1B20FDF97FB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21" name="TextBox 20">
            <a:extLst>
              <a:ext uri="{FF2B5EF4-FFF2-40B4-BE49-F238E27FC236}">
                <a16:creationId xmlns:a16="http://schemas.microsoft.com/office/drawing/2014/main" id="{0B09C184-344B-3A37-4BC9-5F46DC81EA51}"/>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2" name="Slide Number Placeholder 5">
            <a:extLst>
              <a:ext uri="{FF2B5EF4-FFF2-40B4-BE49-F238E27FC236}">
                <a16:creationId xmlns:a16="http://schemas.microsoft.com/office/drawing/2014/main" id="{EA23E53E-BC8E-B2D9-8857-89A24EB07F95}"/>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3" name="Footer Placeholder 2">
            <a:extLst>
              <a:ext uri="{FF2B5EF4-FFF2-40B4-BE49-F238E27FC236}">
                <a16:creationId xmlns:a16="http://schemas.microsoft.com/office/drawing/2014/main" id="{E99784FE-D6A8-9580-1007-194EF43C8A2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3" name="Straight Connector 2">
            <a:extLst>
              <a:ext uri="{FF2B5EF4-FFF2-40B4-BE49-F238E27FC236}">
                <a16:creationId xmlns:a16="http://schemas.microsoft.com/office/drawing/2014/main" id="{A9819FF9-0C48-6A68-6BD1-54B1244D681D}"/>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6375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3.7 - 4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368443"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180435"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8992427"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AD49FC51-3DDE-4079-644A-F3FAEB0DC4A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22" name="TextBox 21">
            <a:extLst>
              <a:ext uri="{FF2B5EF4-FFF2-40B4-BE49-F238E27FC236}">
                <a16:creationId xmlns:a16="http://schemas.microsoft.com/office/drawing/2014/main" id="{3F8C1C72-A585-7ED5-651B-B528B3970818}"/>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3" name="Slide Number Placeholder 5">
            <a:extLst>
              <a:ext uri="{FF2B5EF4-FFF2-40B4-BE49-F238E27FC236}">
                <a16:creationId xmlns:a16="http://schemas.microsoft.com/office/drawing/2014/main" id="{D3FAF429-6C3E-019C-0537-840220A5BF93}"/>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4" name="Footer Placeholder 2">
            <a:extLst>
              <a:ext uri="{FF2B5EF4-FFF2-40B4-BE49-F238E27FC236}">
                <a16:creationId xmlns:a16="http://schemas.microsoft.com/office/drawing/2014/main" id="{14C8B806-8FC3-E969-CBCA-FAFFE8971D2A}"/>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7" name="Straight Connector 6">
            <a:extLst>
              <a:ext uri="{FF2B5EF4-FFF2-40B4-BE49-F238E27FC236}">
                <a16:creationId xmlns:a16="http://schemas.microsoft.com/office/drawing/2014/main" id="{AEE60DC6-6861-4B10-B2CD-E60D97CFE28A}"/>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7534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8 - Numbered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556800" y="1680000"/>
            <a:ext cx="11078400" cy="4158640"/>
          </a:xfrm>
          <a:prstGeom prst="rect">
            <a:avLst/>
          </a:prstGeom>
        </p:spPr>
        <p:txBody>
          <a:bodyPr lIns="0" tIns="0" rIns="0" bIns="0"/>
          <a:lstStyle>
            <a:lvl1pPr marL="304792" indent="-304792">
              <a:lnSpc>
                <a:spcPct val="100000"/>
              </a:lnSpc>
              <a:spcBef>
                <a:spcPts val="0"/>
              </a:spcBef>
              <a:spcAft>
                <a:spcPts val="800"/>
              </a:spcAft>
              <a:buFont typeface="+mj-lt"/>
              <a:buAutoNum type="arabicPeriod"/>
              <a:defRPr sz="1600">
                <a:solidFill>
                  <a:schemeClr val="bg1"/>
                </a:solidFill>
              </a:defRPr>
            </a:lvl1pPr>
            <a:lvl2pPr marL="544786" indent="-304792">
              <a:lnSpc>
                <a:spcPct val="100000"/>
              </a:lnSpc>
              <a:spcBef>
                <a:spcPts val="0"/>
              </a:spcBef>
              <a:spcAft>
                <a:spcPts val="800"/>
              </a:spcAft>
              <a:buFont typeface="+mj-lt"/>
              <a:buAutoNum type="arabicPeriod" startAt="2"/>
              <a:defRPr sz="1600">
                <a:solidFill>
                  <a:schemeClr val="bg1"/>
                </a:solidFill>
              </a:defRPr>
            </a:lvl2pPr>
            <a:lvl3pPr marL="784780" indent="-304792">
              <a:lnSpc>
                <a:spcPct val="100000"/>
              </a:lnSpc>
              <a:spcBef>
                <a:spcPts val="0"/>
              </a:spcBef>
              <a:spcAft>
                <a:spcPts val="800"/>
              </a:spcAft>
              <a:buFont typeface="+mj-lt"/>
              <a:buAutoNum type="arabicPeriod" startAt="3"/>
              <a:defRPr sz="1600">
                <a:solidFill>
                  <a:schemeClr val="bg1"/>
                </a:solidFill>
              </a:defRPr>
            </a:lvl3pPr>
            <a:lvl4pPr marL="1024774" indent="-304792">
              <a:lnSpc>
                <a:spcPct val="100000"/>
              </a:lnSpc>
              <a:spcBef>
                <a:spcPts val="0"/>
              </a:spcBef>
              <a:spcAft>
                <a:spcPts val="800"/>
              </a:spcAft>
              <a:buFont typeface="+mj-lt"/>
              <a:buAutoNum type="arabicPeriod" startAt="4"/>
              <a:defRPr sz="1600">
                <a:solidFill>
                  <a:schemeClr val="bg1"/>
                </a:solidFill>
              </a:defRPr>
            </a:lvl4pPr>
            <a:lvl5pPr marL="1276168" indent="-304792">
              <a:lnSpc>
                <a:spcPct val="100000"/>
              </a:lnSpc>
              <a:spcBef>
                <a:spcPts val="0"/>
              </a:spcBef>
              <a:spcAft>
                <a:spcPts val="800"/>
              </a:spcAft>
              <a:buFont typeface="+mj-lt"/>
              <a:buAutoNum type="arabicPeriod" startAt="5"/>
              <a:defRPr sz="1600">
                <a:solidFill>
                  <a:schemeClr val="bg1"/>
                </a:solidFill>
              </a:defRPr>
            </a:lvl5pPr>
          </a:lstStyle>
          <a:p>
            <a:pPr lvl="0"/>
            <a:r>
              <a:rPr lang="en-US" dirty="0"/>
              <a:t>Text here</a:t>
            </a:r>
          </a:p>
          <a:p>
            <a:pPr lvl="1"/>
            <a:r>
              <a:rPr lang="en-US" dirty="0"/>
              <a:t>Text here</a:t>
            </a:r>
          </a:p>
          <a:p>
            <a:pPr lvl="2"/>
            <a:r>
              <a:rPr lang="en-US" dirty="0"/>
              <a:t>Text here</a:t>
            </a:r>
          </a:p>
          <a:p>
            <a:pPr lvl="3"/>
            <a:r>
              <a:rPr lang="en-US" dirty="0"/>
              <a:t>Text here</a:t>
            </a:r>
          </a:p>
          <a:p>
            <a:pPr marL="1276168" marR="0" lvl="4" indent="-304792" algn="l" defTabSz="914377" rtl="0" eaLnBrk="1" fontAlgn="auto" latinLnBrk="0" hangingPunct="1">
              <a:lnSpc>
                <a:spcPct val="100000"/>
              </a:lnSpc>
              <a:spcBef>
                <a:spcPts val="0"/>
              </a:spcBef>
              <a:spcAft>
                <a:spcPts val="400"/>
              </a:spcAft>
              <a:buClrTx/>
              <a:buSzTx/>
              <a:tabLst/>
              <a:defRPr/>
            </a:pPr>
            <a:r>
              <a:rPr lang="en-US" dirty="0"/>
              <a:t>Text here</a:t>
            </a:r>
          </a:p>
        </p:txBody>
      </p:sp>
      <p:pic>
        <p:nvPicPr>
          <p:cNvPr id="2" name="Graphic 1">
            <a:extLst>
              <a:ext uri="{FF2B5EF4-FFF2-40B4-BE49-F238E27FC236}">
                <a16:creationId xmlns:a16="http://schemas.microsoft.com/office/drawing/2014/main" id="{AF7ADEE1-F63C-492E-6243-826D5239E9F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9" name="TextBox 18">
            <a:extLst>
              <a:ext uri="{FF2B5EF4-FFF2-40B4-BE49-F238E27FC236}">
                <a16:creationId xmlns:a16="http://schemas.microsoft.com/office/drawing/2014/main" id="{128DC97F-4D64-0DED-88CD-EE02622DD1AB}"/>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36AADFB0-EF58-B66F-9E2F-35B8CE845DFC}"/>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B5E01CE8-3A1A-97F6-CB42-2A7B7096CAA4}"/>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5" name="Straight Connector 4">
            <a:extLst>
              <a:ext uri="{FF2B5EF4-FFF2-40B4-BE49-F238E27FC236}">
                <a16:creationId xmlns:a16="http://schemas.microsoft.com/office/drawing/2014/main" id="{73CB7487-BD83-B400-F941-3715EED3ECC0}"/>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4481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3.9 - Title dark">
    <p:bg>
      <p:bgPr>
        <a:solidFill>
          <a:schemeClr val="tx2"/>
        </a:solidFill>
        <a:effectLst/>
      </p:bgPr>
    </p:bg>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p:nvPr>
        </p:nvSpPr>
        <p:spPr>
          <a:xfrm>
            <a:off x="556800" y="1440001"/>
            <a:ext cx="11078400" cy="2347335"/>
          </a:xfrm>
          <a:prstGeom prst="rect">
            <a:avLst/>
          </a:prstGeom>
        </p:spPr>
        <p:txBody>
          <a:bodyPr lIns="0" tIns="0" rIns="0" bIns="0"/>
          <a:lstStyle>
            <a:lvl1pPr marL="0" indent="0">
              <a:buNone/>
              <a:defRPr sz="7200" baseline="0">
                <a:solidFill>
                  <a:schemeClr val="bg1"/>
                </a:solidFill>
                <a:latin typeface="Nokia Pure Headline Ultra Light" panose="020B0204020202020204" pitchFamily="34" charset="0"/>
              </a:defRPr>
            </a:lvl1pPr>
          </a:lstStyle>
          <a:p>
            <a:pPr lvl="0"/>
            <a:r>
              <a:rPr lang="en-US"/>
              <a:t>Click to edit Master text styles</a:t>
            </a:r>
          </a:p>
        </p:txBody>
      </p:sp>
      <p:pic>
        <p:nvPicPr>
          <p:cNvPr id="3" name="Graphic 2">
            <a:extLst>
              <a:ext uri="{FF2B5EF4-FFF2-40B4-BE49-F238E27FC236}">
                <a16:creationId xmlns:a16="http://schemas.microsoft.com/office/drawing/2014/main" id="{8751E31D-7B4F-D8BB-1E48-D88EA581DC1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36427" y="6320612"/>
            <a:ext cx="1296000" cy="292019"/>
          </a:xfrm>
          <a:prstGeom prst="rect">
            <a:avLst/>
          </a:prstGeom>
        </p:spPr>
      </p:pic>
      <p:sp>
        <p:nvSpPr>
          <p:cNvPr id="17" name="TextBox 16">
            <a:extLst>
              <a:ext uri="{FF2B5EF4-FFF2-40B4-BE49-F238E27FC236}">
                <a16:creationId xmlns:a16="http://schemas.microsoft.com/office/drawing/2014/main" id="{3CFD536D-56F0-6B89-4E85-90A6E969D32B}"/>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A2A18FDE-17E4-A96B-C3EE-A77EEBA83E23}"/>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A39C322E-4A8A-CA2E-DBCD-97DA4FDE15D2}"/>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
        <p:nvSpPr>
          <p:cNvPr id="21" name="Text Placeholder 42">
            <a:extLst>
              <a:ext uri="{FF2B5EF4-FFF2-40B4-BE49-F238E27FC236}">
                <a16:creationId xmlns:a16="http://schemas.microsoft.com/office/drawing/2014/main" id="{B3D3C671-29A5-6951-28E5-A58089FE5D4B}"/>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E062FB6E-4504-FEA1-6B62-6D6CDB0C297E}"/>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1751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4.1 - Cover N BlueGreen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A97BECFD-8EA7-0689-338E-FF79734814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Graphic 5">
            <a:extLst>
              <a:ext uri="{FF2B5EF4-FFF2-40B4-BE49-F238E27FC236}">
                <a16:creationId xmlns:a16="http://schemas.microsoft.com/office/drawing/2014/main" id="{B8976C7B-2688-70F3-77A4-4D1113FB54E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6859200" cy="6859200"/>
          </a:xfrm>
          <a:prstGeom prst="rect">
            <a:avLst/>
          </a:prstGeom>
        </p:spPr>
      </p:pic>
      <p:sp>
        <p:nvSpPr>
          <p:cNvPr id="2" name="Title 4">
            <a:extLst>
              <a:ext uri="{FF2B5EF4-FFF2-40B4-BE49-F238E27FC236}">
                <a16:creationId xmlns:a16="http://schemas.microsoft.com/office/drawing/2014/main" id="{FCA7DC03-F552-0867-352F-D9703C6058FC}"/>
              </a:ext>
            </a:extLst>
          </p:cNvPr>
          <p:cNvSpPr>
            <a:spLocks noGrp="1"/>
          </p:cNvSpPr>
          <p:nvPr>
            <p:ph type="title" hasCustomPrompt="1"/>
          </p:nvPr>
        </p:nvSpPr>
        <p:spPr>
          <a:xfrm>
            <a:off x="7056895" y="934749"/>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4" name="Text Placeholder 3">
            <a:extLst>
              <a:ext uri="{FF2B5EF4-FFF2-40B4-BE49-F238E27FC236}">
                <a16:creationId xmlns:a16="http://schemas.microsoft.com/office/drawing/2014/main" id="{095DCB03-B7A1-6B00-BC51-6A2712B64A79}"/>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10" name="Graphic 3">
            <a:extLst>
              <a:ext uri="{FF2B5EF4-FFF2-40B4-BE49-F238E27FC236}">
                <a16:creationId xmlns:a16="http://schemas.microsoft.com/office/drawing/2014/main" id="{49D9392C-9E29-427F-3C29-C64146E898C7}"/>
              </a:ext>
            </a:extLst>
          </p:cNvPr>
          <p:cNvGrpSpPr/>
          <p:nvPr userDrawn="1"/>
        </p:nvGrpSpPr>
        <p:grpSpPr>
          <a:xfrm>
            <a:off x="1649971" y="5976900"/>
            <a:ext cx="1817989" cy="409417"/>
            <a:chOff x="469958" y="1647414"/>
            <a:chExt cx="8205029" cy="1847802"/>
          </a:xfrm>
          <a:solidFill>
            <a:schemeClr val="bg1"/>
          </a:solidFill>
        </p:grpSpPr>
        <p:sp>
          <p:nvSpPr>
            <p:cNvPr id="11" name="Freeform 33">
              <a:extLst>
                <a:ext uri="{FF2B5EF4-FFF2-40B4-BE49-F238E27FC236}">
                  <a16:creationId xmlns:a16="http://schemas.microsoft.com/office/drawing/2014/main" id="{86483177-9ABF-3F5C-ED1D-16C01EEE37C3}"/>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solidFill>
                  <a:schemeClr val="tx2"/>
                </a:solidFill>
              </a:endParaRPr>
            </a:p>
          </p:txBody>
        </p:sp>
        <p:sp>
          <p:nvSpPr>
            <p:cNvPr id="12" name="Freeform 34">
              <a:extLst>
                <a:ext uri="{FF2B5EF4-FFF2-40B4-BE49-F238E27FC236}">
                  <a16:creationId xmlns:a16="http://schemas.microsoft.com/office/drawing/2014/main" id="{97C96119-D9F7-8022-5694-A13E7950B525}"/>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solidFill>
                  <a:schemeClr val="tx2"/>
                </a:solidFill>
              </a:endParaRPr>
            </a:p>
          </p:txBody>
        </p:sp>
        <p:sp>
          <p:nvSpPr>
            <p:cNvPr id="13" name="Freeform 35">
              <a:extLst>
                <a:ext uri="{FF2B5EF4-FFF2-40B4-BE49-F238E27FC236}">
                  <a16:creationId xmlns:a16="http://schemas.microsoft.com/office/drawing/2014/main" id="{247CB589-C660-36A6-BF29-1327034A9815}"/>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solidFill>
                  <a:schemeClr val="tx2"/>
                </a:solidFill>
              </a:endParaRPr>
            </a:p>
          </p:txBody>
        </p:sp>
        <p:sp>
          <p:nvSpPr>
            <p:cNvPr id="14" name="Freeform 36">
              <a:extLst>
                <a:ext uri="{FF2B5EF4-FFF2-40B4-BE49-F238E27FC236}">
                  <a16:creationId xmlns:a16="http://schemas.microsoft.com/office/drawing/2014/main" id="{2B915696-0B26-9206-B2E7-93708805BDBC}"/>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solidFill>
                  <a:schemeClr val="tx2"/>
                </a:solidFill>
              </a:endParaRPr>
            </a:p>
          </p:txBody>
        </p:sp>
        <p:sp>
          <p:nvSpPr>
            <p:cNvPr id="15" name="Freeform 37">
              <a:extLst>
                <a:ext uri="{FF2B5EF4-FFF2-40B4-BE49-F238E27FC236}">
                  <a16:creationId xmlns:a16="http://schemas.microsoft.com/office/drawing/2014/main" id="{AA3A0836-5277-7254-E598-6DE9FA1A526D}"/>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solidFill>
                  <a:schemeClr val="tx2"/>
                </a:solidFill>
              </a:endParaRPr>
            </a:p>
          </p:txBody>
        </p:sp>
      </p:grpSp>
      <p:sp>
        <p:nvSpPr>
          <p:cNvPr id="3" name="TextBox 2">
            <a:extLst>
              <a:ext uri="{FF2B5EF4-FFF2-40B4-BE49-F238E27FC236}">
                <a16:creationId xmlns:a16="http://schemas.microsoft.com/office/drawing/2014/main" id="{659763D9-588F-2473-91CB-B8C347B72189}"/>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23FCDC52-0E62-A2F4-0387-BFC107C7F663}"/>
              </a:ext>
            </a:extLst>
          </p:cNvPr>
          <p:cNvSpPr txBox="1">
            <a:spLocks/>
          </p:cNvSpPr>
          <p:nvPr userDrawn="1"/>
        </p:nvSpPr>
        <p:spPr>
          <a:xfrm>
            <a:off x="7056895"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753EC447-D430-EA30-E1F1-75D216432106}"/>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7" name="Straight Connector 6">
            <a:extLst>
              <a:ext uri="{FF2B5EF4-FFF2-40B4-BE49-F238E27FC236}">
                <a16:creationId xmlns:a16="http://schemas.microsoft.com/office/drawing/2014/main" id="{823B30CB-3B0D-6B0D-CAD2-F3DB42C0D06B}"/>
              </a:ext>
            </a:extLst>
          </p:cNvPr>
          <p:cNvCxnSpPr>
            <a:cxnSpLocks/>
          </p:cNvCxnSpPr>
          <p:nvPr userDrawn="1"/>
        </p:nvCxnSpPr>
        <p:spPr>
          <a:xfrm>
            <a:off x="8371345"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66387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4.2 - Cover N PurpleBlue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81E104F6-2E1E-CFDD-A69D-C115384F15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0E27FD93-255E-C585-12C2-E99681C9BE5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201"/>
            <a:ext cx="6859200" cy="6859200"/>
          </a:xfrm>
          <a:prstGeom prst="rect">
            <a:avLst/>
          </a:prstGeom>
        </p:spPr>
      </p:pic>
      <p:sp>
        <p:nvSpPr>
          <p:cNvPr id="11" name="Title 4">
            <a:extLst>
              <a:ext uri="{FF2B5EF4-FFF2-40B4-BE49-F238E27FC236}">
                <a16:creationId xmlns:a16="http://schemas.microsoft.com/office/drawing/2014/main" id="{59E922F0-08F0-9919-8C26-CE716C3AE5B2}"/>
              </a:ext>
            </a:extLst>
          </p:cNvPr>
          <p:cNvSpPr>
            <a:spLocks noGrp="1"/>
          </p:cNvSpPr>
          <p:nvPr>
            <p:ph type="title" hasCustomPrompt="1"/>
          </p:nvPr>
        </p:nvSpPr>
        <p:spPr>
          <a:xfrm>
            <a:off x="7056895" y="934749"/>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2" name="Text Placeholder 3">
            <a:extLst>
              <a:ext uri="{FF2B5EF4-FFF2-40B4-BE49-F238E27FC236}">
                <a16:creationId xmlns:a16="http://schemas.microsoft.com/office/drawing/2014/main" id="{FDF29A45-EE41-3151-6F22-1274BFD4DDDB}"/>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7" name="Graphic 3">
            <a:extLst>
              <a:ext uri="{FF2B5EF4-FFF2-40B4-BE49-F238E27FC236}">
                <a16:creationId xmlns:a16="http://schemas.microsoft.com/office/drawing/2014/main" id="{AC803887-2AFC-DF73-DE60-1BE27DDE158C}"/>
              </a:ext>
            </a:extLst>
          </p:cNvPr>
          <p:cNvGrpSpPr/>
          <p:nvPr userDrawn="1"/>
        </p:nvGrpSpPr>
        <p:grpSpPr>
          <a:xfrm>
            <a:off x="1649971" y="5976900"/>
            <a:ext cx="1817989" cy="409417"/>
            <a:chOff x="469958" y="1647414"/>
            <a:chExt cx="8205029" cy="1847802"/>
          </a:xfrm>
          <a:solidFill>
            <a:schemeClr val="bg1"/>
          </a:solidFill>
        </p:grpSpPr>
        <p:sp>
          <p:nvSpPr>
            <p:cNvPr id="8" name="Freeform 33">
              <a:extLst>
                <a:ext uri="{FF2B5EF4-FFF2-40B4-BE49-F238E27FC236}">
                  <a16:creationId xmlns:a16="http://schemas.microsoft.com/office/drawing/2014/main" id="{FB007C44-CA5E-747F-537B-FA8B422F6EF5}"/>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solidFill>
                  <a:schemeClr val="tx2"/>
                </a:solidFill>
              </a:endParaRPr>
            </a:p>
          </p:txBody>
        </p:sp>
        <p:sp>
          <p:nvSpPr>
            <p:cNvPr id="9" name="Freeform 34">
              <a:extLst>
                <a:ext uri="{FF2B5EF4-FFF2-40B4-BE49-F238E27FC236}">
                  <a16:creationId xmlns:a16="http://schemas.microsoft.com/office/drawing/2014/main" id="{ACD5E94E-82F7-2222-8DA7-BF2F4217D471}"/>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solidFill>
                  <a:schemeClr val="tx2"/>
                </a:solidFill>
              </a:endParaRPr>
            </a:p>
          </p:txBody>
        </p:sp>
        <p:sp>
          <p:nvSpPr>
            <p:cNvPr id="13" name="Freeform 35">
              <a:extLst>
                <a:ext uri="{FF2B5EF4-FFF2-40B4-BE49-F238E27FC236}">
                  <a16:creationId xmlns:a16="http://schemas.microsoft.com/office/drawing/2014/main" id="{3422F086-3538-B59C-A13B-E07C6B180720}"/>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solidFill>
                  <a:schemeClr val="tx2"/>
                </a:solidFill>
              </a:endParaRPr>
            </a:p>
          </p:txBody>
        </p:sp>
        <p:sp>
          <p:nvSpPr>
            <p:cNvPr id="14" name="Freeform 36">
              <a:extLst>
                <a:ext uri="{FF2B5EF4-FFF2-40B4-BE49-F238E27FC236}">
                  <a16:creationId xmlns:a16="http://schemas.microsoft.com/office/drawing/2014/main" id="{64270631-5CE7-99C0-6E82-FDECFC1D3634}"/>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solidFill>
                  <a:schemeClr val="tx2"/>
                </a:solidFill>
              </a:endParaRPr>
            </a:p>
          </p:txBody>
        </p:sp>
        <p:sp>
          <p:nvSpPr>
            <p:cNvPr id="15" name="Freeform 37">
              <a:extLst>
                <a:ext uri="{FF2B5EF4-FFF2-40B4-BE49-F238E27FC236}">
                  <a16:creationId xmlns:a16="http://schemas.microsoft.com/office/drawing/2014/main" id="{AEC4CD95-FA07-887B-3375-C4368A44AF15}"/>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solidFill>
                  <a:schemeClr val="tx2"/>
                </a:solidFill>
              </a:endParaRPr>
            </a:p>
          </p:txBody>
        </p:sp>
      </p:grpSp>
      <p:sp>
        <p:nvSpPr>
          <p:cNvPr id="20" name="TextBox 19">
            <a:extLst>
              <a:ext uri="{FF2B5EF4-FFF2-40B4-BE49-F238E27FC236}">
                <a16:creationId xmlns:a16="http://schemas.microsoft.com/office/drawing/2014/main" id="{77E65701-8704-DC44-7F06-7957F6D50DDE}"/>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B0CCF65E-F2C0-F179-6CEF-6926AE13A1AD}"/>
              </a:ext>
            </a:extLst>
          </p:cNvPr>
          <p:cNvSpPr txBox="1">
            <a:spLocks/>
          </p:cNvSpPr>
          <p:nvPr userDrawn="1"/>
        </p:nvSpPr>
        <p:spPr>
          <a:xfrm>
            <a:off x="7056895"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4148E0E7-D605-6CB3-E2A2-9F865D08BD3D}"/>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452FEEE1-227F-5289-5CC7-714EBE3E19C9}"/>
              </a:ext>
            </a:extLst>
          </p:cNvPr>
          <p:cNvCxnSpPr>
            <a:cxnSpLocks/>
          </p:cNvCxnSpPr>
          <p:nvPr userDrawn="1"/>
        </p:nvCxnSpPr>
        <p:spPr>
          <a:xfrm>
            <a:off x="8371345"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90641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3 - Cover N Pink1">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C7D16BB-9265-7D3A-E136-8F028A9F86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20" name="Graphic 19">
            <a:extLst>
              <a:ext uri="{FF2B5EF4-FFF2-40B4-BE49-F238E27FC236}">
                <a16:creationId xmlns:a16="http://schemas.microsoft.com/office/drawing/2014/main" id="{A7536232-7B28-DCFA-37A3-EEBA7365A53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6859200" cy="6859200"/>
          </a:xfrm>
          <a:prstGeom prst="rect">
            <a:avLst/>
          </a:prstGeom>
        </p:spPr>
      </p:pic>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7056895" y="934749"/>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649971" y="5976900"/>
            <a:ext cx="1817989" cy="409417"/>
            <a:chOff x="469958" y="1647414"/>
            <a:chExt cx="8205029" cy="1847802"/>
          </a:xfrm>
          <a:solidFill>
            <a:schemeClr val="bg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solidFill>
                  <a:schemeClr val="tx2"/>
                </a:solidFill>
              </a:endParaRPr>
            </a:p>
          </p:txBody>
        </p:sp>
      </p:grpSp>
      <p:sp>
        <p:nvSpPr>
          <p:cNvPr id="19" name="TextBox 18">
            <a:extLst>
              <a:ext uri="{FF2B5EF4-FFF2-40B4-BE49-F238E27FC236}">
                <a16:creationId xmlns:a16="http://schemas.microsoft.com/office/drawing/2014/main" id="{3B531529-C0C1-501F-B90B-E578B26E0D98}"/>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40C94059-F7F6-293D-88B1-A0CCDDB75575}"/>
              </a:ext>
            </a:extLst>
          </p:cNvPr>
          <p:cNvSpPr txBox="1">
            <a:spLocks/>
          </p:cNvSpPr>
          <p:nvPr userDrawn="1"/>
        </p:nvSpPr>
        <p:spPr>
          <a:xfrm>
            <a:off x="7056895"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98343E1B-0BDB-6D7F-D5F6-35E72B8B2568}"/>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6475370D-AE3E-4E75-6FD5-2EE085BAD5A6}"/>
              </a:ext>
            </a:extLst>
          </p:cNvPr>
          <p:cNvCxnSpPr>
            <a:cxnSpLocks/>
          </p:cNvCxnSpPr>
          <p:nvPr userDrawn="1"/>
        </p:nvCxnSpPr>
        <p:spPr>
          <a:xfrm>
            <a:off x="8371345"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8156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4 - Cover N White">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74FB718-4590-313D-1532-FE817A22ACB4}"/>
              </a:ext>
            </a:extLst>
          </p:cNvPr>
          <p:cNvSpPr/>
          <p:nvPr/>
        </p:nvSpPr>
        <p:spPr>
          <a:xfrm>
            <a:off x="0" y="0"/>
            <a:ext cx="6859200" cy="6859200"/>
          </a:xfrm>
          <a:custGeom>
            <a:avLst/>
            <a:gdLst>
              <a:gd name="connsiteX0" fmla="*/ 0 w 5144400"/>
              <a:gd name="connsiteY0" fmla="*/ 0 h 5144400"/>
              <a:gd name="connsiteX1" fmla="*/ 5144400 w 5144400"/>
              <a:gd name="connsiteY1" fmla="*/ 0 h 5144400"/>
              <a:gd name="connsiteX2" fmla="*/ 5144400 w 5144400"/>
              <a:gd name="connsiteY2" fmla="*/ 5144400 h 5144400"/>
              <a:gd name="connsiteX3" fmla="*/ 0 w 5144400"/>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5144400" h="5144400">
                <a:moveTo>
                  <a:pt x="0" y="0"/>
                </a:moveTo>
                <a:lnTo>
                  <a:pt x="5144400" y="0"/>
                </a:lnTo>
                <a:lnTo>
                  <a:pt x="5144400" y="5144400"/>
                </a:lnTo>
                <a:lnTo>
                  <a:pt x="0" y="5144400"/>
                </a:lnTo>
                <a:close/>
              </a:path>
            </a:pathLst>
          </a:custGeom>
          <a:noFill/>
          <a:ln w="26789" cap="flat">
            <a:noFill/>
            <a:prstDash val="solid"/>
            <a:miter/>
          </a:ln>
        </p:spPr>
        <p:txBody>
          <a:bodyPr rtlCol="0" anchor="ctr"/>
          <a:lstStyle/>
          <a:p>
            <a:endParaRPr lang="en-US" sz="2400"/>
          </a:p>
        </p:txBody>
      </p:sp>
      <p:sp>
        <p:nvSpPr>
          <p:cNvPr id="5" name="Freeform: Shape 4">
            <a:extLst>
              <a:ext uri="{FF2B5EF4-FFF2-40B4-BE49-F238E27FC236}">
                <a16:creationId xmlns:a16="http://schemas.microsoft.com/office/drawing/2014/main" id="{6585F427-7AA2-BA79-9FAB-3B20B348D66A}"/>
              </a:ext>
            </a:extLst>
          </p:cNvPr>
          <p:cNvSpPr/>
          <p:nvPr/>
        </p:nvSpPr>
        <p:spPr>
          <a:xfrm>
            <a:off x="0" y="0"/>
            <a:ext cx="6859200" cy="68592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sz="2400"/>
          </a:p>
        </p:txBody>
      </p:sp>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7056895" y="934749"/>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accent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649971" y="5976900"/>
            <a:ext cx="1817989" cy="409417"/>
            <a:chOff x="469958" y="1647414"/>
            <a:chExt cx="8205029" cy="1847802"/>
          </a:xfrm>
          <a:solidFill>
            <a:schemeClr val="accent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solidFill>
                  <a:schemeClr val="tx2"/>
                </a:solidFill>
              </a:endParaRPr>
            </a:p>
          </p:txBody>
        </p:sp>
      </p:grpSp>
      <p:sp>
        <p:nvSpPr>
          <p:cNvPr id="24" name="TextBox 23">
            <a:extLst>
              <a:ext uri="{FF2B5EF4-FFF2-40B4-BE49-F238E27FC236}">
                <a16:creationId xmlns:a16="http://schemas.microsoft.com/office/drawing/2014/main" id="{EE447E57-9E3B-2030-9902-A8BA6E7583E4}"/>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5" name="Slide Number Placeholder 5">
            <a:extLst>
              <a:ext uri="{FF2B5EF4-FFF2-40B4-BE49-F238E27FC236}">
                <a16:creationId xmlns:a16="http://schemas.microsoft.com/office/drawing/2014/main" id="{B61C7B4D-5A69-FF1F-0F31-D16D75C7921B}"/>
              </a:ext>
            </a:extLst>
          </p:cNvPr>
          <p:cNvSpPr txBox="1">
            <a:spLocks/>
          </p:cNvSpPr>
          <p:nvPr userDrawn="1"/>
        </p:nvSpPr>
        <p:spPr>
          <a:xfrm>
            <a:off x="7056895"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6" name="Footer Placeholder 2">
            <a:extLst>
              <a:ext uri="{FF2B5EF4-FFF2-40B4-BE49-F238E27FC236}">
                <a16:creationId xmlns:a16="http://schemas.microsoft.com/office/drawing/2014/main" id="{AD544843-BF44-8F0F-4D23-F80C60F60B55}"/>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9050AC5B-86A1-B82E-33A3-29360CC407B2}"/>
              </a:ext>
            </a:extLst>
          </p:cNvPr>
          <p:cNvCxnSpPr>
            <a:cxnSpLocks/>
          </p:cNvCxnSpPr>
          <p:nvPr userDrawn="1"/>
        </p:nvCxnSpPr>
        <p:spPr>
          <a:xfrm>
            <a:off x="8371345"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54108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1 - Cover O BlueGreen2">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8A7CBB0-A767-7247-8638-81BC366967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3" name="Graphic 3">
            <a:extLst>
              <a:ext uri="{FF2B5EF4-FFF2-40B4-BE49-F238E27FC236}">
                <a16:creationId xmlns:a16="http://schemas.microsoft.com/office/drawing/2014/main" id="{7BBDEA00-FE7A-639E-C16F-BC5E3DBD8FD3}"/>
              </a:ext>
            </a:extLst>
          </p:cNvPr>
          <p:cNvGrpSpPr/>
          <p:nvPr userDrawn="1"/>
        </p:nvGrpSpPr>
        <p:grpSpPr>
          <a:xfrm>
            <a:off x="9308198" y="3224292"/>
            <a:ext cx="1817989" cy="409417"/>
            <a:chOff x="469958" y="1647414"/>
            <a:chExt cx="8205029" cy="1847802"/>
          </a:xfrm>
          <a:solidFill>
            <a:schemeClr val="bg1"/>
          </a:solidFill>
        </p:grpSpPr>
        <p:sp>
          <p:nvSpPr>
            <p:cNvPr id="4" name="Freeform 24">
              <a:extLst>
                <a:ext uri="{FF2B5EF4-FFF2-40B4-BE49-F238E27FC236}">
                  <a16:creationId xmlns:a16="http://schemas.microsoft.com/office/drawing/2014/main" id="{0B5F76F9-295B-59E5-BDCF-8B6840E5B5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5" name="Freeform 25">
              <a:extLst>
                <a:ext uri="{FF2B5EF4-FFF2-40B4-BE49-F238E27FC236}">
                  <a16:creationId xmlns:a16="http://schemas.microsoft.com/office/drawing/2014/main" id="{B473941B-CE77-6414-782E-B5933651166D}"/>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6" name="Freeform 26">
              <a:extLst>
                <a:ext uri="{FF2B5EF4-FFF2-40B4-BE49-F238E27FC236}">
                  <a16:creationId xmlns:a16="http://schemas.microsoft.com/office/drawing/2014/main" id="{03FCE4B1-384C-92A9-F114-45634B67A119}"/>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8" name="Freeform 27">
              <a:extLst>
                <a:ext uri="{FF2B5EF4-FFF2-40B4-BE49-F238E27FC236}">
                  <a16:creationId xmlns:a16="http://schemas.microsoft.com/office/drawing/2014/main" id="{16718376-BEBA-6EC2-B9BA-05AEA7853033}"/>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12" name="Freeform 28">
              <a:extLst>
                <a:ext uri="{FF2B5EF4-FFF2-40B4-BE49-F238E27FC236}">
                  <a16:creationId xmlns:a16="http://schemas.microsoft.com/office/drawing/2014/main" id="{55E96EEC-F984-9065-5EAC-AF9297B31DF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pic>
        <p:nvPicPr>
          <p:cNvPr id="13" name="Graphic 12">
            <a:extLst>
              <a:ext uri="{FF2B5EF4-FFF2-40B4-BE49-F238E27FC236}">
                <a16:creationId xmlns:a16="http://schemas.microsoft.com/office/drawing/2014/main" id="{8CEF710E-39E1-082B-B52C-E37B4EEF550E}"/>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6835701" y="-6395"/>
            <a:ext cx="5356300" cy="6859200"/>
          </a:xfrm>
          <a:prstGeom prst="rect">
            <a:avLst/>
          </a:prstGeom>
        </p:spPr>
      </p:pic>
      <p:sp>
        <p:nvSpPr>
          <p:cNvPr id="14" name="Title 4">
            <a:extLst>
              <a:ext uri="{FF2B5EF4-FFF2-40B4-BE49-F238E27FC236}">
                <a16:creationId xmlns:a16="http://schemas.microsoft.com/office/drawing/2014/main" id="{2C6BDD68-E8AC-9D13-ED1D-D43FFC8357C6}"/>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5" name="Text Placeholder 3">
            <a:extLst>
              <a:ext uri="{FF2B5EF4-FFF2-40B4-BE49-F238E27FC236}">
                <a16:creationId xmlns:a16="http://schemas.microsoft.com/office/drawing/2014/main" id="{76BF5CE8-2417-2D5D-75FE-27E0BE07F509}"/>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6" name="TextBox 15">
            <a:extLst>
              <a:ext uri="{FF2B5EF4-FFF2-40B4-BE49-F238E27FC236}">
                <a16:creationId xmlns:a16="http://schemas.microsoft.com/office/drawing/2014/main" id="{CC8B88A2-C8A9-A342-E8B5-C91DF5E71FF2}"/>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9EC2290D-5934-145E-499C-1CB0349E5FA0}"/>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BD471F30-B344-A63E-287D-45299C34768C}"/>
              </a:ext>
            </a:extLst>
          </p:cNvPr>
          <p:cNvSpPr>
            <a:spLocks noGrp="1"/>
          </p:cNvSpPr>
          <p:nvPr>
            <p:ph type="ftr" sz="quarter" idx="3"/>
          </p:nvPr>
        </p:nvSpPr>
        <p:spPr>
          <a:xfrm>
            <a:off x="2006146" y="6064868"/>
            <a:ext cx="6578359" cy="787937"/>
          </a:xfrm>
          <a:prstGeom prst="rect">
            <a:avLst/>
          </a:prstGeom>
        </p:spPr>
        <p:txBody>
          <a:bodyPr vert="horz" wrap="squar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a:t>
            </a:r>
            <a:r>
              <a:rPr lang="en-US" dirty="0" err="1"/>
              <a:t>ies</a:t>
            </a:r>
            <a:r>
              <a:rPr lang="en-US" dirty="0"/>
              <a:t>, where applicable.</a:t>
            </a:r>
          </a:p>
        </p:txBody>
      </p:sp>
      <p:cxnSp>
        <p:nvCxnSpPr>
          <p:cNvPr id="7" name="Straight Connector 6">
            <a:extLst>
              <a:ext uri="{FF2B5EF4-FFF2-40B4-BE49-F238E27FC236}">
                <a16:creationId xmlns:a16="http://schemas.microsoft.com/office/drawing/2014/main" id="{EB099940-048D-39BD-037F-46E30610F728}"/>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66904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5.2 - Cover O BluePink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B7370059-157B-625C-8521-D3FCF8A22D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6" name="Graphic 3">
            <a:extLst>
              <a:ext uri="{FF2B5EF4-FFF2-40B4-BE49-F238E27FC236}">
                <a16:creationId xmlns:a16="http://schemas.microsoft.com/office/drawing/2014/main" id="{7ADBC276-24FC-31B1-198D-D0A0EB5188BB}"/>
              </a:ext>
            </a:extLst>
          </p:cNvPr>
          <p:cNvGrpSpPr/>
          <p:nvPr userDrawn="1"/>
        </p:nvGrpSpPr>
        <p:grpSpPr>
          <a:xfrm>
            <a:off x="9308198" y="3224292"/>
            <a:ext cx="1817989" cy="409417"/>
            <a:chOff x="469958" y="1647414"/>
            <a:chExt cx="8205029" cy="1847802"/>
          </a:xfrm>
          <a:solidFill>
            <a:schemeClr val="bg1"/>
          </a:solidFill>
        </p:grpSpPr>
        <p:sp>
          <p:nvSpPr>
            <p:cNvPr id="7" name="Freeform 24">
              <a:extLst>
                <a:ext uri="{FF2B5EF4-FFF2-40B4-BE49-F238E27FC236}">
                  <a16:creationId xmlns:a16="http://schemas.microsoft.com/office/drawing/2014/main" id="{CDDE8834-7F71-A488-29A8-540395324479}"/>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8" name="Freeform 25">
              <a:extLst>
                <a:ext uri="{FF2B5EF4-FFF2-40B4-BE49-F238E27FC236}">
                  <a16:creationId xmlns:a16="http://schemas.microsoft.com/office/drawing/2014/main" id="{FEFA04F6-2C3F-3E38-9E08-D6990D946A84}"/>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9" name="Freeform 26">
              <a:extLst>
                <a:ext uri="{FF2B5EF4-FFF2-40B4-BE49-F238E27FC236}">
                  <a16:creationId xmlns:a16="http://schemas.microsoft.com/office/drawing/2014/main" id="{54253727-9053-862A-19CB-32DD1616812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12" name="Freeform 27">
              <a:extLst>
                <a:ext uri="{FF2B5EF4-FFF2-40B4-BE49-F238E27FC236}">
                  <a16:creationId xmlns:a16="http://schemas.microsoft.com/office/drawing/2014/main" id="{6E5204B2-3785-90DB-45F2-F73CC4975954}"/>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13" name="Freeform 28">
              <a:extLst>
                <a:ext uri="{FF2B5EF4-FFF2-40B4-BE49-F238E27FC236}">
                  <a16:creationId xmlns:a16="http://schemas.microsoft.com/office/drawing/2014/main" id="{95BC05DD-4D63-F05A-843F-EE491020FFD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pic>
        <p:nvPicPr>
          <p:cNvPr id="14" name="Graphic 13">
            <a:extLst>
              <a:ext uri="{FF2B5EF4-FFF2-40B4-BE49-F238E27FC236}">
                <a16:creationId xmlns:a16="http://schemas.microsoft.com/office/drawing/2014/main" id="{F41E3DBD-A4E2-6EF5-8073-EED87395D745}"/>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6835701" y="-6395"/>
            <a:ext cx="5356300" cy="6859200"/>
          </a:xfrm>
          <a:prstGeom prst="rect">
            <a:avLst/>
          </a:prstGeom>
        </p:spPr>
      </p:pic>
      <p:sp>
        <p:nvSpPr>
          <p:cNvPr id="15" name="Title 4">
            <a:extLst>
              <a:ext uri="{FF2B5EF4-FFF2-40B4-BE49-F238E27FC236}">
                <a16:creationId xmlns:a16="http://schemas.microsoft.com/office/drawing/2014/main" id="{60E8CE17-B2D0-B92F-1A9F-C72280B6E9A3}"/>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6" name="Text Placeholder 3">
            <a:extLst>
              <a:ext uri="{FF2B5EF4-FFF2-40B4-BE49-F238E27FC236}">
                <a16:creationId xmlns:a16="http://schemas.microsoft.com/office/drawing/2014/main" id="{6BEF90E0-A2AA-9B05-58FB-3D4109E95C42}"/>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3B132D8A-9E85-B335-C2FD-9D2508FEAFC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5D1F556C-703D-0EB9-35BD-0A7DE6122BF2}"/>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F61D5928-67F7-A4E5-2767-E072B8F67A2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C1D95AEB-E4CB-54E5-47AE-1837A3D69E96}"/>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36478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5.3 - Cover O BlueGreen3">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A20ED13-DCC3-ED6C-4FB2-2B64E7F041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7" name="Graphic 3">
            <a:extLst>
              <a:ext uri="{FF2B5EF4-FFF2-40B4-BE49-F238E27FC236}">
                <a16:creationId xmlns:a16="http://schemas.microsoft.com/office/drawing/2014/main" id="{7D655505-6963-6602-F9EA-4C3B3BA5DCB7}"/>
              </a:ext>
            </a:extLst>
          </p:cNvPr>
          <p:cNvGrpSpPr/>
          <p:nvPr userDrawn="1"/>
        </p:nvGrpSpPr>
        <p:grpSpPr>
          <a:xfrm>
            <a:off x="9308198" y="3224292"/>
            <a:ext cx="1817989" cy="409417"/>
            <a:chOff x="469958" y="1647414"/>
            <a:chExt cx="8205029" cy="1847802"/>
          </a:xfrm>
          <a:solidFill>
            <a:schemeClr val="bg1"/>
          </a:solidFill>
        </p:grpSpPr>
        <p:sp>
          <p:nvSpPr>
            <p:cNvPr id="8" name="Freeform 24">
              <a:extLst>
                <a:ext uri="{FF2B5EF4-FFF2-40B4-BE49-F238E27FC236}">
                  <a16:creationId xmlns:a16="http://schemas.microsoft.com/office/drawing/2014/main" id="{7D3C8143-8E12-BEA4-801E-C540B573C9A5}"/>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12" name="Freeform 25">
              <a:extLst>
                <a:ext uri="{FF2B5EF4-FFF2-40B4-BE49-F238E27FC236}">
                  <a16:creationId xmlns:a16="http://schemas.microsoft.com/office/drawing/2014/main" id="{08DD0EEC-3388-7E9D-C475-8C7C6448AEF5}"/>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13" name="Freeform 26">
              <a:extLst>
                <a:ext uri="{FF2B5EF4-FFF2-40B4-BE49-F238E27FC236}">
                  <a16:creationId xmlns:a16="http://schemas.microsoft.com/office/drawing/2014/main" id="{46AF7602-77C1-4DB0-5B0C-443AE4CE7F6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14" name="Freeform 27">
              <a:extLst>
                <a:ext uri="{FF2B5EF4-FFF2-40B4-BE49-F238E27FC236}">
                  <a16:creationId xmlns:a16="http://schemas.microsoft.com/office/drawing/2014/main" id="{CE410BEC-795B-5241-F0C2-EA9498D9FABB}"/>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15" name="Freeform 28">
              <a:extLst>
                <a:ext uri="{FF2B5EF4-FFF2-40B4-BE49-F238E27FC236}">
                  <a16:creationId xmlns:a16="http://schemas.microsoft.com/office/drawing/2014/main" id="{A382B77D-424C-AD2C-03A1-02E188F12FF3}"/>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pic>
        <p:nvPicPr>
          <p:cNvPr id="16" name="Graphic 15">
            <a:extLst>
              <a:ext uri="{FF2B5EF4-FFF2-40B4-BE49-F238E27FC236}">
                <a16:creationId xmlns:a16="http://schemas.microsoft.com/office/drawing/2014/main" id="{B9438AB4-120A-6B68-C6A3-6BD51CF52D2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25034"/>
          <a:stretch/>
        </p:blipFill>
        <p:spPr>
          <a:xfrm>
            <a:off x="6835701" y="-6395"/>
            <a:ext cx="5356300" cy="6859200"/>
          </a:xfrm>
          <a:prstGeom prst="rect">
            <a:avLst/>
          </a:prstGeom>
        </p:spPr>
      </p:pic>
      <p:sp>
        <p:nvSpPr>
          <p:cNvPr id="17" name="Title 4">
            <a:extLst>
              <a:ext uri="{FF2B5EF4-FFF2-40B4-BE49-F238E27FC236}">
                <a16:creationId xmlns:a16="http://schemas.microsoft.com/office/drawing/2014/main" id="{184C4A7B-1AC5-72AD-EB05-210AB3D4C140}"/>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5F506F4-DF34-76FB-83D6-A513173F8EFA}"/>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720759C7-94BC-8FC1-9A43-A40A4BE7AC1D}"/>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83D4680A-11B6-A841-EC68-FFF11409500E}"/>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AE485A1C-8A6A-5C51-5E3F-5685AAA904F0}"/>
              </a:ext>
            </a:extLst>
          </p:cNvPr>
          <p:cNvSpPr>
            <a:spLocks noGrp="1"/>
          </p:cNvSpPr>
          <p:nvPr>
            <p:ph type="ftr" sz="quarter" idx="3"/>
          </p:nvPr>
        </p:nvSpPr>
        <p:spPr>
          <a:xfrm>
            <a:off x="2006146" y="6193537"/>
            <a:ext cx="6701028" cy="659268"/>
          </a:xfrm>
          <a:prstGeom prst="rect">
            <a:avLst/>
          </a:prstGeom>
        </p:spPr>
        <p:txBody>
          <a:bodyPr vert="horz" wrap="squar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a:t>
            </a:r>
            <a:r>
              <a:rPr lang="en-US" dirty="0" err="1"/>
              <a:t>ies</a:t>
            </a:r>
            <a:r>
              <a:rPr lang="en-US" dirty="0"/>
              <a:t>, where applicable.</a:t>
            </a:r>
          </a:p>
        </p:txBody>
      </p:sp>
      <p:cxnSp>
        <p:nvCxnSpPr>
          <p:cNvPr id="2" name="Straight Connector 1">
            <a:extLst>
              <a:ext uri="{FF2B5EF4-FFF2-40B4-BE49-F238E27FC236}">
                <a16:creationId xmlns:a16="http://schemas.microsoft.com/office/drawing/2014/main" id="{3916A922-B54C-8517-DD07-9374D7BDEB15}"/>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33A07230-F383-7933-0D6C-6CF497FA2665}"/>
              </a:ext>
            </a:extLst>
          </p:cNvPr>
          <p:cNvSpPr txBox="1">
            <a:spLocks/>
          </p:cNvSpPr>
          <p:nvPr userDrawn="1"/>
        </p:nvSpPr>
        <p:spPr>
          <a:xfrm>
            <a:off x="4291053" y="5767138"/>
            <a:ext cx="1478835" cy="378105"/>
          </a:xfrm>
          <a:prstGeom prst="rect">
            <a:avLst/>
          </a:prstGeom>
        </p:spPr>
        <p:txBody>
          <a:bodyPr vert="horz" wrap="square" lIns="0" tIns="0" rIns="0" bIns="0" rtlCol="0" anchor="b" anchorCtr="0">
            <a:noAutofit/>
          </a:bodyPr>
          <a:lstStyle>
            <a:defPPr>
              <a:defRPr lang="en-US"/>
            </a:defPPr>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067" dirty="0"/>
              <a:t>Confidential</a:t>
            </a:r>
          </a:p>
        </p:txBody>
      </p:sp>
    </p:spTree>
    <p:extLst>
      <p:ext uri="{BB962C8B-B14F-4D97-AF65-F5344CB8AC3E}">
        <p14:creationId xmlns:p14="http://schemas.microsoft.com/office/powerpoint/2010/main" val="20495622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4 - Cover O White">
    <p:spTree>
      <p:nvGrpSpPr>
        <p:cNvPr id="1" name=""/>
        <p:cNvGrpSpPr/>
        <p:nvPr/>
      </p:nvGrpSpPr>
      <p:grpSpPr>
        <a:xfrm>
          <a:off x="0" y="0"/>
          <a:ext cx="0" cy="0"/>
          <a:chOff x="0" y="0"/>
          <a:chExt cx="0" cy="0"/>
        </a:xfrm>
      </p:grpSpPr>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accent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7" name="Graphic 3">
            <a:extLst>
              <a:ext uri="{FF2B5EF4-FFF2-40B4-BE49-F238E27FC236}">
                <a16:creationId xmlns:a16="http://schemas.microsoft.com/office/drawing/2014/main" id="{57ADD6F0-8A1D-2465-892B-42BFF999186F}"/>
              </a:ext>
            </a:extLst>
          </p:cNvPr>
          <p:cNvGrpSpPr/>
          <p:nvPr userDrawn="1"/>
        </p:nvGrpSpPr>
        <p:grpSpPr>
          <a:xfrm>
            <a:off x="9407771" y="3224292"/>
            <a:ext cx="1817989" cy="409417"/>
            <a:chOff x="469958" y="1647414"/>
            <a:chExt cx="8205029" cy="1847802"/>
          </a:xfrm>
          <a:solidFill>
            <a:schemeClr val="accent1"/>
          </a:solidFill>
        </p:grpSpPr>
        <p:sp>
          <p:nvSpPr>
            <p:cNvPr id="8" name="Freeform 25">
              <a:extLst>
                <a:ext uri="{FF2B5EF4-FFF2-40B4-BE49-F238E27FC236}">
                  <a16:creationId xmlns:a16="http://schemas.microsoft.com/office/drawing/2014/main" id="{6AF9626B-4B6B-456F-A237-FCACC9E9F30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solidFill>
                  <a:schemeClr val="tx2"/>
                </a:solidFill>
              </a:endParaRPr>
            </a:p>
          </p:txBody>
        </p:sp>
        <p:sp>
          <p:nvSpPr>
            <p:cNvPr id="9" name="Freeform 31">
              <a:extLst>
                <a:ext uri="{FF2B5EF4-FFF2-40B4-BE49-F238E27FC236}">
                  <a16:creationId xmlns:a16="http://schemas.microsoft.com/office/drawing/2014/main" id="{B6CEEA85-DD26-876A-A848-DA5F4C628A1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solidFill>
                  <a:schemeClr val="tx2"/>
                </a:solidFill>
              </a:endParaRPr>
            </a:p>
          </p:txBody>
        </p:sp>
        <p:sp>
          <p:nvSpPr>
            <p:cNvPr id="10" name="Freeform 32">
              <a:extLst>
                <a:ext uri="{FF2B5EF4-FFF2-40B4-BE49-F238E27FC236}">
                  <a16:creationId xmlns:a16="http://schemas.microsoft.com/office/drawing/2014/main" id="{08925FD2-D79C-256F-326A-4097D8380192}"/>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solidFill>
                  <a:schemeClr val="tx2"/>
                </a:solidFill>
              </a:endParaRPr>
            </a:p>
          </p:txBody>
        </p:sp>
        <p:sp>
          <p:nvSpPr>
            <p:cNvPr id="11" name="Freeform 33">
              <a:extLst>
                <a:ext uri="{FF2B5EF4-FFF2-40B4-BE49-F238E27FC236}">
                  <a16:creationId xmlns:a16="http://schemas.microsoft.com/office/drawing/2014/main" id="{AB3AAD83-D7CB-81CB-67DB-D1DD2E032AA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solidFill>
                  <a:schemeClr val="tx2"/>
                </a:solidFill>
              </a:endParaRPr>
            </a:p>
          </p:txBody>
        </p:sp>
        <p:sp>
          <p:nvSpPr>
            <p:cNvPr id="12" name="Freeform 34">
              <a:extLst>
                <a:ext uri="{FF2B5EF4-FFF2-40B4-BE49-F238E27FC236}">
                  <a16:creationId xmlns:a16="http://schemas.microsoft.com/office/drawing/2014/main" id="{3A1A359F-B85E-95ED-4488-9B71BC1306AF}"/>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solidFill>
                  <a:schemeClr val="tx2"/>
                </a:solidFill>
              </a:endParaRPr>
            </a:p>
          </p:txBody>
        </p:sp>
      </p:grpSp>
      <p:pic>
        <p:nvPicPr>
          <p:cNvPr id="20" name="Picture 19" descr="Circle&#10;&#10;Description automatically generated with medium confidence">
            <a:extLst>
              <a:ext uri="{FF2B5EF4-FFF2-40B4-BE49-F238E27FC236}">
                <a16:creationId xmlns:a16="http://schemas.microsoft.com/office/drawing/2014/main" id="{87D5AF06-6AF8-9002-BEDC-176CB57496A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25084"/>
          <a:stretch/>
        </p:blipFill>
        <p:spPr>
          <a:xfrm>
            <a:off x="6835701" y="-6395"/>
            <a:ext cx="5356300" cy="6858000"/>
          </a:xfrm>
          <a:prstGeom prst="rect">
            <a:avLst/>
          </a:prstGeom>
        </p:spPr>
      </p:pic>
      <p:sp>
        <p:nvSpPr>
          <p:cNvPr id="16" name="TextBox 15">
            <a:extLst>
              <a:ext uri="{FF2B5EF4-FFF2-40B4-BE49-F238E27FC236}">
                <a16:creationId xmlns:a16="http://schemas.microsoft.com/office/drawing/2014/main" id="{8D94EDB0-D38F-0FE8-27C1-80BAE2455A11}"/>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EFAF1A61-3518-0ABC-1BC0-5990D5EF88DE}"/>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496FB4B1-7F2F-CF04-74B8-D3A7467B0EDC}"/>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49A58DAC-3B40-1B09-B235-713F491BEE3E}"/>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33251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1 - Cover K Orange1">
    <p:spTree>
      <p:nvGrpSpPr>
        <p:cNvPr id="1" name=""/>
        <p:cNvGrpSpPr/>
        <p:nvPr/>
      </p:nvGrpSpPr>
      <p:grpSpPr>
        <a:xfrm>
          <a:off x="0" y="0"/>
          <a:ext cx="0" cy="0"/>
          <a:chOff x="0" y="0"/>
          <a:chExt cx="0" cy="0"/>
        </a:xfrm>
      </p:grpSpPr>
      <p:pic>
        <p:nvPicPr>
          <p:cNvPr id="16" name="Picture 15" descr="Background pattern&#10;&#10;Description automatically generated">
            <a:extLst>
              <a:ext uri="{FF2B5EF4-FFF2-40B4-BE49-F238E27FC236}">
                <a16:creationId xmlns:a16="http://schemas.microsoft.com/office/drawing/2014/main" id="{38FCEB48-BE41-308F-33AB-94163C02BF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0" name="Graphic 9">
            <a:extLst>
              <a:ext uri="{FF2B5EF4-FFF2-40B4-BE49-F238E27FC236}">
                <a16:creationId xmlns:a16="http://schemas.microsoft.com/office/drawing/2014/main" id="{193793F7-1073-3781-E44D-DD541B786672}"/>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818"/>
          <a:stretch/>
        </p:blipFill>
        <p:spPr>
          <a:xfrm>
            <a:off x="6623541" y="0"/>
            <a:ext cx="5568459" cy="6859200"/>
          </a:xfrm>
          <a:prstGeom prst="rect">
            <a:avLst/>
          </a:prstGeom>
        </p:spPr>
      </p:pic>
      <p:sp>
        <p:nvSpPr>
          <p:cNvPr id="17" name="Title 4">
            <a:extLst>
              <a:ext uri="{FF2B5EF4-FFF2-40B4-BE49-F238E27FC236}">
                <a16:creationId xmlns:a16="http://schemas.microsoft.com/office/drawing/2014/main" id="{4A761E77-5CBD-451F-FA38-EA3EF19CE9E8}"/>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1349CF4D-C3F5-69B9-4227-EC331C16F094}"/>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6" name="Graphic 3">
            <a:extLst>
              <a:ext uri="{FF2B5EF4-FFF2-40B4-BE49-F238E27FC236}">
                <a16:creationId xmlns:a16="http://schemas.microsoft.com/office/drawing/2014/main" id="{5A3F8AE7-69F1-0171-3222-4CFFCDB4F568}"/>
              </a:ext>
            </a:extLst>
          </p:cNvPr>
          <p:cNvGrpSpPr/>
          <p:nvPr userDrawn="1"/>
        </p:nvGrpSpPr>
        <p:grpSpPr>
          <a:xfrm>
            <a:off x="9407771" y="3224292"/>
            <a:ext cx="1817989" cy="409417"/>
            <a:chOff x="469958" y="1647414"/>
            <a:chExt cx="8205029" cy="1847802"/>
          </a:xfrm>
          <a:solidFill>
            <a:schemeClr val="bg1"/>
          </a:solidFill>
        </p:grpSpPr>
        <p:sp>
          <p:nvSpPr>
            <p:cNvPr id="7" name="Freeform 25">
              <a:extLst>
                <a:ext uri="{FF2B5EF4-FFF2-40B4-BE49-F238E27FC236}">
                  <a16:creationId xmlns:a16="http://schemas.microsoft.com/office/drawing/2014/main" id="{0DE2A214-8055-F089-C6C4-415D2FEE42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solidFill>
                  <a:schemeClr val="tx2"/>
                </a:solidFill>
              </a:endParaRPr>
            </a:p>
          </p:txBody>
        </p:sp>
        <p:sp>
          <p:nvSpPr>
            <p:cNvPr id="8" name="Freeform 31">
              <a:extLst>
                <a:ext uri="{FF2B5EF4-FFF2-40B4-BE49-F238E27FC236}">
                  <a16:creationId xmlns:a16="http://schemas.microsoft.com/office/drawing/2014/main" id="{E7E7B380-ABE2-70DF-A29A-E3B4A181FA12}"/>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solidFill>
                  <a:schemeClr val="tx2"/>
                </a:solidFill>
              </a:endParaRPr>
            </a:p>
          </p:txBody>
        </p:sp>
        <p:sp>
          <p:nvSpPr>
            <p:cNvPr id="9" name="Freeform 32">
              <a:extLst>
                <a:ext uri="{FF2B5EF4-FFF2-40B4-BE49-F238E27FC236}">
                  <a16:creationId xmlns:a16="http://schemas.microsoft.com/office/drawing/2014/main" id="{ED784E94-97A9-B627-1E07-7CAEF44EE8AF}"/>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solidFill>
                  <a:schemeClr val="tx2"/>
                </a:solidFill>
              </a:endParaRPr>
            </a:p>
          </p:txBody>
        </p:sp>
        <p:sp>
          <p:nvSpPr>
            <p:cNvPr id="11" name="Freeform 33">
              <a:extLst>
                <a:ext uri="{FF2B5EF4-FFF2-40B4-BE49-F238E27FC236}">
                  <a16:creationId xmlns:a16="http://schemas.microsoft.com/office/drawing/2014/main" id="{31E44308-7765-3146-1869-04D3DA41235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solidFill>
                  <a:schemeClr val="tx2"/>
                </a:solidFill>
              </a:endParaRPr>
            </a:p>
          </p:txBody>
        </p:sp>
        <p:sp>
          <p:nvSpPr>
            <p:cNvPr id="12" name="Freeform 34">
              <a:extLst>
                <a:ext uri="{FF2B5EF4-FFF2-40B4-BE49-F238E27FC236}">
                  <a16:creationId xmlns:a16="http://schemas.microsoft.com/office/drawing/2014/main" id="{5E9E56FD-C856-3054-AB6B-A80BA7D6C55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solidFill>
                  <a:schemeClr val="tx2"/>
                </a:solidFill>
              </a:endParaRPr>
            </a:p>
          </p:txBody>
        </p:sp>
      </p:grpSp>
      <p:sp>
        <p:nvSpPr>
          <p:cNvPr id="20" name="TextBox 19">
            <a:extLst>
              <a:ext uri="{FF2B5EF4-FFF2-40B4-BE49-F238E27FC236}">
                <a16:creationId xmlns:a16="http://schemas.microsoft.com/office/drawing/2014/main" id="{801FC38E-29E5-B44A-FE96-F713B08050E2}"/>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7AAAD9DC-C952-84F6-32BA-CE8084E916D9}"/>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B603A7C0-7450-F57A-CF86-135B131E63C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7F01BA8E-8CEA-9FFE-48EB-DEA5A89BB561}"/>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18224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6.2 - Cover K BlueGreen4">
    <p:spTree>
      <p:nvGrpSpPr>
        <p:cNvPr id="1" name=""/>
        <p:cNvGrpSpPr/>
        <p:nvPr/>
      </p:nvGrpSpPr>
      <p:grpSpPr>
        <a:xfrm>
          <a:off x="0" y="0"/>
          <a:ext cx="0" cy="0"/>
          <a:chOff x="0" y="0"/>
          <a:chExt cx="0" cy="0"/>
        </a:xfrm>
      </p:grpSpPr>
      <p:pic>
        <p:nvPicPr>
          <p:cNvPr id="26" name="Picture 25" descr="Background pattern&#10;&#10;Description automatically generated">
            <a:extLst>
              <a:ext uri="{FF2B5EF4-FFF2-40B4-BE49-F238E27FC236}">
                <a16:creationId xmlns:a16="http://schemas.microsoft.com/office/drawing/2014/main" id="{8FF1A58D-53A4-65F6-8F2B-645D65C533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5166BBE5-C86E-3E87-A7C5-F29BE64D716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818"/>
          <a:stretch/>
        </p:blipFill>
        <p:spPr>
          <a:xfrm>
            <a:off x="6623541" y="0"/>
            <a:ext cx="5568459" cy="6859200"/>
          </a:xfrm>
          <a:prstGeom prst="rect">
            <a:avLst/>
          </a:prstGeom>
        </p:spPr>
      </p:pic>
      <p:sp>
        <p:nvSpPr>
          <p:cNvPr id="23" name="Title 4">
            <a:extLst>
              <a:ext uri="{FF2B5EF4-FFF2-40B4-BE49-F238E27FC236}">
                <a16:creationId xmlns:a16="http://schemas.microsoft.com/office/drawing/2014/main" id="{5C4391E8-E519-220E-82C7-E7E85659A4E4}"/>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F3E219A7-8ADF-6CBF-872C-AEF07B645E6D}"/>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7" name="Graphic 3">
            <a:extLst>
              <a:ext uri="{FF2B5EF4-FFF2-40B4-BE49-F238E27FC236}">
                <a16:creationId xmlns:a16="http://schemas.microsoft.com/office/drawing/2014/main" id="{47BEB086-B161-40ED-B2E3-DDF397278FA8}"/>
              </a:ext>
            </a:extLst>
          </p:cNvPr>
          <p:cNvGrpSpPr/>
          <p:nvPr userDrawn="1"/>
        </p:nvGrpSpPr>
        <p:grpSpPr>
          <a:xfrm>
            <a:off x="9407771" y="3224292"/>
            <a:ext cx="1817989" cy="409417"/>
            <a:chOff x="469958" y="1647414"/>
            <a:chExt cx="8205029" cy="1847802"/>
          </a:xfrm>
          <a:solidFill>
            <a:schemeClr val="bg1"/>
          </a:solidFill>
        </p:grpSpPr>
        <p:sp>
          <p:nvSpPr>
            <p:cNvPr id="8" name="Freeform 25">
              <a:extLst>
                <a:ext uri="{FF2B5EF4-FFF2-40B4-BE49-F238E27FC236}">
                  <a16:creationId xmlns:a16="http://schemas.microsoft.com/office/drawing/2014/main" id="{635D1FEE-8FAA-6AFD-E821-344C363F2C2B}"/>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solidFill>
                  <a:schemeClr val="tx2"/>
                </a:solidFill>
              </a:endParaRPr>
            </a:p>
          </p:txBody>
        </p:sp>
        <p:sp>
          <p:nvSpPr>
            <p:cNvPr id="9" name="Freeform 31">
              <a:extLst>
                <a:ext uri="{FF2B5EF4-FFF2-40B4-BE49-F238E27FC236}">
                  <a16:creationId xmlns:a16="http://schemas.microsoft.com/office/drawing/2014/main" id="{936726D0-2423-B7DC-41C5-A3E0D3C92756}"/>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solidFill>
                  <a:schemeClr val="tx2"/>
                </a:solidFill>
              </a:endParaRPr>
            </a:p>
          </p:txBody>
        </p:sp>
        <p:sp>
          <p:nvSpPr>
            <p:cNvPr id="10" name="Freeform 32">
              <a:extLst>
                <a:ext uri="{FF2B5EF4-FFF2-40B4-BE49-F238E27FC236}">
                  <a16:creationId xmlns:a16="http://schemas.microsoft.com/office/drawing/2014/main" id="{17257835-1368-81AC-1BB9-5374BD6AEA7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solidFill>
                  <a:schemeClr val="tx2"/>
                </a:solidFill>
              </a:endParaRPr>
            </a:p>
          </p:txBody>
        </p:sp>
        <p:sp>
          <p:nvSpPr>
            <p:cNvPr id="11" name="Freeform 33">
              <a:extLst>
                <a:ext uri="{FF2B5EF4-FFF2-40B4-BE49-F238E27FC236}">
                  <a16:creationId xmlns:a16="http://schemas.microsoft.com/office/drawing/2014/main" id="{28AB2999-1929-69AE-F4B8-38F9B81ECF7A}"/>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solidFill>
                  <a:schemeClr val="tx2"/>
                </a:solidFill>
              </a:endParaRPr>
            </a:p>
          </p:txBody>
        </p:sp>
        <p:sp>
          <p:nvSpPr>
            <p:cNvPr id="12" name="Freeform 34">
              <a:extLst>
                <a:ext uri="{FF2B5EF4-FFF2-40B4-BE49-F238E27FC236}">
                  <a16:creationId xmlns:a16="http://schemas.microsoft.com/office/drawing/2014/main" id="{AC62732A-D69F-1BDC-8778-1D5E71576F1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solidFill>
                  <a:schemeClr val="tx2"/>
                </a:solidFill>
              </a:endParaRPr>
            </a:p>
          </p:txBody>
        </p:sp>
      </p:grpSp>
      <p:sp>
        <p:nvSpPr>
          <p:cNvPr id="17" name="TextBox 16">
            <a:extLst>
              <a:ext uri="{FF2B5EF4-FFF2-40B4-BE49-F238E27FC236}">
                <a16:creationId xmlns:a16="http://schemas.microsoft.com/office/drawing/2014/main" id="{D9CCAE72-315B-6DC4-6ED3-6C32104BB037}"/>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9F6B1C01-19BD-7D67-4E40-88818E2139B8}"/>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7C973916-701B-92E4-FA4C-28A5746F5C00}"/>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723F4759-EB92-F4D5-2BB3-75D64C3DFEDB}"/>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23353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6.3 - Cover K Pink1">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DBC0B63B-5EB2-C517-FFAF-0A5B2B5AB9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2" name="Graphic 1">
            <a:extLst>
              <a:ext uri="{FF2B5EF4-FFF2-40B4-BE49-F238E27FC236}">
                <a16:creationId xmlns:a16="http://schemas.microsoft.com/office/drawing/2014/main" id="{D2D54FC7-5739-CC9E-8372-80A8BD5BD489}"/>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818"/>
          <a:stretch/>
        </p:blipFill>
        <p:spPr>
          <a:xfrm>
            <a:off x="6623541" y="0"/>
            <a:ext cx="5568459" cy="6859200"/>
          </a:xfrm>
          <a:prstGeom prst="rect">
            <a:avLst/>
          </a:prstGeom>
        </p:spPr>
      </p:pic>
      <p:sp>
        <p:nvSpPr>
          <p:cNvPr id="23" name="Title 4">
            <a:extLst>
              <a:ext uri="{FF2B5EF4-FFF2-40B4-BE49-F238E27FC236}">
                <a16:creationId xmlns:a16="http://schemas.microsoft.com/office/drawing/2014/main" id="{FADBBE10-EF5A-37AA-E18F-F9B27AA61FED}"/>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0DF69E35-608B-F57E-3615-F9FB9D11DD83}"/>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8" name="Graphic 3">
            <a:extLst>
              <a:ext uri="{FF2B5EF4-FFF2-40B4-BE49-F238E27FC236}">
                <a16:creationId xmlns:a16="http://schemas.microsoft.com/office/drawing/2014/main" id="{02491239-1144-EB94-E007-F05D770D71DA}"/>
              </a:ext>
            </a:extLst>
          </p:cNvPr>
          <p:cNvGrpSpPr/>
          <p:nvPr userDrawn="1"/>
        </p:nvGrpSpPr>
        <p:grpSpPr>
          <a:xfrm>
            <a:off x="9407771" y="3224292"/>
            <a:ext cx="1817989" cy="409417"/>
            <a:chOff x="469958" y="1647414"/>
            <a:chExt cx="8205029" cy="1847802"/>
          </a:xfrm>
          <a:solidFill>
            <a:schemeClr val="bg1"/>
          </a:solidFill>
        </p:grpSpPr>
        <p:sp>
          <p:nvSpPr>
            <p:cNvPr id="9" name="Freeform 25">
              <a:extLst>
                <a:ext uri="{FF2B5EF4-FFF2-40B4-BE49-F238E27FC236}">
                  <a16:creationId xmlns:a16="http://schemas.microsoft.com/office/drawing/2014/main" id="{2FDE4536-B74E-FB0B-5701-EE95568054DA}"/>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solidFill>
                  <a:schemeClr val="tx2"/>
                </a:solidFill>
              </a:endParaRPr>
            </a:p>
          </p:txBody>
        </p:sp>
        <p:sp>
          <p:nvSpPr>
            <p:cNvPr id="10" name="Freeform 31">
              <a:extLst>
                <a:ext uri="{FF2B5EF4-FFF2-40B4-BE49-F238E27FC236}">
                  <a16:creationId xmlns:a16="http://schemas.microsoft.com/office/drawing/2014/main" id="{DC504B4C-4BF0-DF13-D647-0C718DF4AD96}"/>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solidFill>
                  <a:schemeClr val="tx2"/>
                </a:solidFill>
              </a:endParaRPr>
            </a:p>
          </p:txBody>
        </p:sp>
        <p:sp>
          <p:nvSpPr>
            <p:cNvPr id="11" name="Freeform 32">
              <a:extLst>
                <a:ext uri="{FF2B5EF4-FFF2-40B4-BE49-F238E27FC236}">
                  <a16:creationId xmlns:a16="http://schemas.microsoft.com/office/drawing/2014/main" id="{F3BB0087-C253-F0E4-3F52-1A53B4AFA975}"/>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solidFill>
                  <a:schemeClr val="tx2"/>
                </a:solidFill>
              </a:endParaRPr>
            </a:p>
          </p:txBody>
        </p:sp>
        <p:sp>
          <p:nvSpPr>
            <p:cNvPr id="12" name="Freeform 33">
              <a:extLst>
                <a:ext uri="{FF2B5EF4-FFF2-40B4-BE49-F238E27FC236}">
                  <a16:creationId xmlns:a16="http://schemas.microsoft.com/office/drawing/2014/main" id="{3025D71C-0D10-5220-5980-B17FC068151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solidFill>
                  <a:schemeClr val="tx2"/>
                </a:solidFill>
              </a:endParaRPr>
            </a:p>
          </p:txBody>
        </p:sp>
        <p:sp>
          <p:nvSpPr>
            <p:cNvPr id="13" name="Freeform 34">
              <a:extLst>
                <a:ext uri="{FF2B5EF4-FFF2-40B4-BE49-F238E27FC236}">
                  <a16:creationId xmlns:a16="http://schemas.microsoft.com/office/drawing/2014/main" id="{64514CD7-9102-9552-6763-AB0337AAA7ED}"/>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solidFill>
                  <a:schemeClr val="tx2"/>
                </a:solidFill>
              </a:endParaRPr>
            </a:p>
          </p:txBody>
        </p:sp>
      </p:grpSp>
      <p:sp>
        <p:nvSpPr>
          <p:cNvPr id="18" name="TextBox 17">
            <a:extLst>
              <a:ext uri="{FF2B5EF4-FFF2-40B4-BE49-F238E27FC236}">
                <a16:creationId xmlns:a16="http://schemas.microsoft.com/office/drawing/2014/main" id="{5AE80B1C-FD35-F288-8BFD-2F827D4C51AD}"/>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0B17E72F-0CE2-D4D0-F696-BEA9F83EF5AA}"/>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AB4C8BF7-D6EA-CCEB-F116-FF8F674A1D0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3" name="Straight Connector 2">
            <a:extLst>
              <a:ext uri="{FF2B5EF4-FFF2-40B4-BE49-F238E27FC236}">
                <a16:creationId xmlns:a16="http://schemas.microsoft.com/office/drawing/2014/main" id="{EAF2EFAA-1CC4-492E-B8D1-6EF49CE7A8F8}"/>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6957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6.4 - Cover K Whi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F4EAC9-01A1-ED6A-B271-D7FC17A6D29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18798"/>
          <a:stretch/>
        </p:blipFill>
        <p:spPr>
          <a:xfrm>
            <a:off x="6622168" y="0"/>
            <a:ext cx="5569832" cy="6859200"/>
          </a:xfrm>
          <a:prstGeom prst="rect">
            <a:avLst/>
          </a:prstGeom>
        </p:spPr>
      </p:pic>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accent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7" name="Graphic 3">
            <a:extLst>
              <a:ext uri="{FF2B5EF4-FFF2-40B4-BE49-F238E27FC236}">
                <a16:creationId xmlns:a16="http://schemas.microsoft.com/office/drawing/2014/main" id="{57ADD6F0-8A1D-2465-892B-42BFF999186F}"/>
              </a:ext>
            </a:extLst>
          </p:cNvPr>
          <p:cNvGrpSpPr/>
          <p:nvPr userDrawn="1"/>
        </p:nvGrpSpPr>
        <p:grpSpPr>
          <a:xfrm>
            <a:off x="9407771" y="3224292"/>
            <a:ext cx="1817989" cy="409417"/>
            <a:chOff x="469958" y="1647414"/>
            <a:chExt cx="8205029" cy="1847802"/>
          </a:xfrm>
          <a:solidFill>
            <a:schemeClr val="accent1"/>
          </a:solidFill>
        </p:grpSpPr>
        <p:sp>
          <p:nvSpPr>
            <p:cNvPr id="8" name="Freeform 25">
              <a:extLst>
                <a:ext uri="{FF2B5EF4-FFF2-40B4-BE49-F238E27FC236}">
                  <a16:creationId xmlns:a16="http://schemas.microsoft.com/office/drawing/2014/main" id="{6AF9626B-4B6B-456F-A237-FCACC9E9F30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solidFill>
                  <a:schemeClr val="tx2"/>
                </a:solidFill>
              </a:endParaRPr>
            </a:p>
          </p:txBody>
        </p:sp>
        <p:sp>
          <p:nvSpPr>
            <p:cNvPr id="9" name="Freeform 31">
              <a:extLst>
                <a:ext uri="{FF2B5EF4-FFF2-40B4-BE49-F238E27FC236}">
                  <a16:creationId xmlns:a16="http://schemas.microsoft.com/office/drawing/2014/main" id="{B6CEEA85-DD26-876A-A848-DA5F4C628A1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solidFill>
                  <a:schemeClr val="tx2"/>
                </a:solidFill>
              </a:endParaRPr>
            </a:p>
          </p:txBody>
        </p:sp>
        <p:sp>
          <p:nvSpPr>
            <p:cNvPr id="10" name="Freeform 32">
              <a:extLst>
                <a:ext uri="{FF2B5EF4-FFF2-40B4-BE49-F238E27FC236}">
                  <a16:creationId xmlns:a16="http://schemas.microsoft.com/office/drawing/2014/main" id="{08925FD2-D79C-256F-326A-4097D8380192}"/>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solidFill>
                  <a:schemeClr val="tx2"/>
                </a:solidFill>
              </a:endParaRPr>
            </a:p>
          </p:txBody>
        </p:sp>
        <p:sp>
          <p:nvSpPr>
            <p:cNvPr id="11" name="Freeform 33">
              <a:extLst>
                <a:ext uri="{FF2B5EF4-FFF2-40B4-BE49-F238E27FC236}">
                  <a16:creationId xmlns:a16="http://schemas.microsoft.com/office/drawing/2014/main" id="{AB3AAD83-D7CB-81CB-67DB-D1DD2E032AA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solidFill>
                  <a:schemeClr val="tx2"/>
                </a:solidFill>
              </a:endParaRPr>
            </a:p>
          </p:txBody>
        </p:sp>
        <p:sp>
          <p:nvSpPr>
            <p:cNvPr id="12" name="Freeform 34">
              <a:extLst>
                <a:ext uri="{FF2B5EF4-FFF2-40B4-BE49-F238E27FC236}">
                  <a16:creationId xmlns:a16="http://schemas.microsoft.com/office/drawing/2014/main" id="{3A1A359F-B85E-95ED-4488-9B71BC1306AF}"/>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solidFill>
                  <a:schemeClr val="tx2"/>
                </a:solidFill>
              </a:endParaRPr>
            </a:p>
          </p:txBody>
        </p:sp>
      </p:grpSp>
      <p:sp>
        <p:nvSpPr>
          <p:cNvPr id="19" name="TextBox 18">
            <a:extLst>
              <a:ext uri="{FF2B5EF4-FFF2-40B4-BE49-F238E27FC236}">
                <a16:creationId xmlns:a16="http://schemas.microsoft.com/office/drawing/2014/main" id="{685118FE-3A69-7878-D9BB-1A3313720C81}"/>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0F609D8D-5CB0-9FB7-12C3-CB2F81E54A60}"/>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A6A581A3-9568-ADAA-C577-D08AD5F13852}"/>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2" name="Straight Connector 1">
            <a:extLst>
              <a:ext uri="{FF2B5EF4-FFF2-40B4-BE49-F238E27FC236}">
                <a16:creationId xmlns:a16="http://schemas.microsoft.com/office/drawing/2014/main" id="{3E08E003-2B92-ADF0-377B-757258E2C61D}"/>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7493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7.1 - Divider BlueGreen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98BFE0-FEAC-1333-6BF5-7907903B2D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556800" y="1440001"/>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EF5C81FB-4A41-2E38-2638-F82CC70C7B5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36427" y="6320612"/>
            <a:ext cx="1296000" cy="292019"/>
          </a:xfrm>
          <a:prstGeom prst="rect">
            <a:avLst/>
          </a:prstGeom>
        </p:spPr>
      </p:pic>
      <p:sp>
        <p:nvSpPr>
          <p:cNvPr id="13" name="TextBox 12">
            <a:extLst>
              <a:ext uri="{FF2B5EF4-FFF2-40B4-BE49-F238E27FC236}">
                <a16:creationId xmlns:a16="http://schemas.microsoft.com/office/drawing/2014/main" id="{A3AA9E6A-3B54-EBA8-25AB-52211D52F5EA}"/>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0FC82D3C-5CAB-DDEA-5BAD-0CE49311B44C}"/>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F275CFF-10A6-01B8-606D-73D7A564226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
        <p:nvSpPr>
          <p:cNvPr id="5" name="Text Placeholder 42">
            <a:extLst>
              <a:ext uri="{FF2B5EF4-FFF2-40B4-BE49-F238E27FC236}">
                <a16:creationId xmlns:a16="http://schemas.microsoft.com/office/drawing/2014/main" id="{56D07526-2E9D-2AAD-EE94-167EEE1536FF}"/>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FE02048B-6D7A-8D73-C1C4-5B16111F0B30}"/>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2242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7.2 - Divider BlueGreen3">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82BC244E-62D2-236F-4DC8-EEBFE9AF28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Text Placeholder 42">
            <a:extLst>
              <a:ext uri="{FF2B5EF4-FFF2-40B4-BE49-F238E27FC236}">
                <a16:creationId xmlns:a16="http://schemas.microsoft.com/office/drawing/2014/main" id="{BE7F6530-2B80-C2AA-C92D-861D7E8FD530}"/>
              </a:ext>
            </a:extLst>
          </p:cNvPr>
          <p:cNvSpPr>
            <a:spLocks noGrp="1"/>
          </p:cNvSpPr>
          <p:nvPr>
            <p:ph type="body" sz="quarter" idx="11" hasCustomPrompt="1"/>
          </p:nvPr>
        </p:nvSpPr>
        <p:spPr>
          <a:xfrm>
            <a:off x="556800" y="1440001"/>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F9E92399-CC16-9177-2657-E4899DE3837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36427" y="6320612"/>
            <a:ext cx="1296000" cy="292019"/>
          </a:xfrm>
          <a:prstGeom prst="rect">
            <a:avLst/>
          </a:prstGeom>
        </p:spPr>
      </p:pic>
      <p:sp>
        <p:nvSpPr>
          <p:cNvPr id="13" name="TextBox 12">
            <a:extLst>
              <a:ext uri="{FF2B5EF4-FFF2-40B4-BE49-F238E27FC236}">
                <a16:creationId xmlns:a16="http://schemas.microsoft.com/office/drawing/2014/main" id="{4FBBDEB0-7315-4214-F9C8-48DBCC502C8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3976F6A6-5835-91B8-5B94-A197DCCF65D7}"/>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Text Placeholder 42">
            <a:extLst>
              <a:ext uri="{FF2B5EF4-FFF2-40B4-BE49-F238E27FC236}">
                <a16:creationId xmlns:a16="http://schemas.microsoft.com/office/drawing/2014/main" id="{5ED3C240-0F31-AD4B-E3D6-E9E2DFC4EB67}"/>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sp>
        <p:nvSpPr>
          <p:cNvPr id="5" name="Footer Placeholder 2">
            <a:extLst>
              <a:ext uri="{FF2B5EF4-FFF2-40B4-BE49-F238E27FC236}">
                <a16:creationId xmlns:a16="http://schemas.microsoft.com/office/drawing/2014/main" id="{F1EB639F-3D1B-A290-BFEE-4438EFAD7EE3}"/>
              </a:ext>
            </a:extLst>
          </p:cNvPr>
          <p:cNvSpPr txBox="1">
            <a:spLocks/>
          </p:cNvSpPr>
          <p:nvPr userDrawn="1"/>
        </p:nvSpPr>
        <p:spPr>
          <a:xfrm>
            <a:off x="192293" y="6432886"/>
            <a:ext cx="1478835" cy="378105"/>
          </a:xfrm>
          <a:prstGeom prst="rect">
            <a:avLst/>
          </a:prstGeom>
        </p:spPr>
        <p:txBody>
          <a:bodyPr vert="horz" wrap="square" lIns="0" tIns="0" rIns="0" bIns="0" rtlCol="0" anchor="b" anchorCtr="0">
            <a:noAutofit/>
          </a:bodyPr>
          <a:lstStyle>
            <a:defPPr>
              <a:defRPr lang="en-US"/>
            </a:defPPr>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067" dirty="0">
                <a:solidFill>
                  <a:schemeClr val="bg1"/>
                </a:solidFill>
              </a:rPr>
              <a:t>Confidential</a:t>
            </a:r>
          </a:p>
        </p:txBody>
      </p:sp>
      <p:sp>
        <p:nvSpPr>
          <p:cNvPr id="6" name="Footer Placeholder 2">
            <a:extLst>
              <a:ext uri="{FF2B5EF4-FFF2-40B4-BE49-F238E27FC236}">
                <a16:creationId xmlns:a16="http://schemas.microsoft.com/office/drawing/2014/main" id="{CC01F0FD-78C6-062D-09AA-3FA51C1625D2}"/>
              </a:ext>
            </a:extLst>
          </p:cNvPr>
          <p:cNvSpPr txBox="1">
            <a:spLocks/>
          </p:cNvSpPr>
          <p:nvPr userDrawn="1"/>
        </p:nvSpPr>
        <p:spPr>
          <a:xfrm>
            <a:off x="2006146" y="6217919"/>
            <a:ext cx="8207585" cy="558564"/>
          </a:xfrm>
          <a:prstGeom prst="rect">
            <a:avLst/>
          </a:prstGeom>
        </p:spPr>
        <p:txBody>
          <a:bodyPr vert="horz" wrap="square" lIns="0" tIns="0" rIns="0" bIns="0" rtlCol="0" anchor="b" anchorCtr="0">
            <a:noAutofit/>
          </a:bodyPr>
          <a:lstStyle>
            <a:defPPr>
              <a:defRPr lang="en-US"/>
            </a:defPPr>
            <a:lvl1pPr marL="0" algn="l" defTabSz="457200" rtl="0" eaLnBrk="1" latinLnBrk="0" hangingPunct="1">
              <a:defRPr lang="en-US"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67" dirty="0">
                <a:solidFill>
                  <a:schemeClr val="bg1"/>
                </a:solidFill>
              </a:rPr>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a:t>
            </a:r>
            <a:r>
              <a:rPr lang="en-US" sz="1067" dirty="0" err="1">
                <a:solidFill>
                  <a:schemeClr val="bg1"/>
                </a:solidFill>
              </a:rPr>
              <a:t>ies</a:t>
            </a:r>
            <a:r>
              <a:rPr lang="en-US" sz="1067" dirty="0">
                <a:solidFill>
                  <a:schemeClr val="bg1"/>
                </a:solidFill>
              </a:rPr>
              <a:t>, where applicable.</a:t>
            </a:r>
          </a:p>
        </p:txBody>
      </p:sp>
    </p:spTree>
    <p:extLst>
      <p:ext uri="{BB962C8B-B14F-4D97-AF65-F5344CB8AC3E}">
        <p14:creationId xmlns:p14="http://schemas.microsoft.com/office/powerpoint/2010/main" val="5957862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7.3 - Divider BlueGreen5">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1ACC9534-D4F4-B471-C3A8-8380F72B34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556800" y="1440001"/>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3761BFBE-2F2E-2C4F-848A-E8505169811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36427" y="6320612"/>
            <a:ext cx="1296000" cy="292019"/>
          </a:xfrm>
          <a:prstGeom prst="rect">
            <a:avLst/>
          </a:prstGeom>
        </p:spPr>
      </p:pic>
      <p:sp>
        <p:nvSpPr>
          <p:cNvPr id="13" name="TextBox 12">
            <a:extLst>
              <a:ext uri="{FF2B5EF4-FFF2-40B4-BE49-F238E27FC236}">
                <a16:creationId xmlns:a16="http://schemas.microsoft.com/office/drawing/2014/main" id="{BC0FACD4-71CC-9E35-CDCC-22C146E52E95}"/>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823572DF-299F-8B6C-1E42-1A659F393240}"/>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F374EA10-DD32-7823-1E8C-8A5B6454CCCB}"/>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
        <p:nvSpPr>
          <p:cNvPr id="4" name="Text Placeholder 42">
            <a:extLst>
              <a:ext uri="{FF2B5EF4-FFF2-40B4-BE49-F238E27FC236}">
                <a16:creationId xmlns:a16="http://schemas.microsoft.com/office/drawing/2014/main" id="{B4CCFE40-D40E-A7E0-E99F-0E9E3E7CA3B1}"/>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6" name="Straight Connector 5">
            <a:extLst>
              <a:ext uri="{FF2B5EF4-FFF2-40B4-BE49-F238E27FC236}">
                <a16:creationId xmlns:a16="http://schemas.microsoft.com/office/drawing/2014/main" id="{CCB7C389-5A93-054C-1BDF-9FC91FFA20AD}"/>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3981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7.4 - Divider PurpleBlue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E01D2CA4-939C-12C2-DF49-53BE4EA4C1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0DABAD96-0284-76FF-D804-48E7FFCA08F5}"/>
              </a:ext>
            </a:extLst>
          </p:cNvPr>
          <p:cNvSpPr>
            <a:spLocks noGrp="1"/>
          </p:cNvSpPr>
          <p:nvPr>
            <p:ph type="body" sz="quarter" idx="11" hasCustomPrompt="1"/>
          </p:nvPr>
        </p:nvSpPr>
        <p:spPr>
          <a:xfrm>
            <a:off x="556800" y="1440001"/>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83B5421E-4ADD-A198-F29A-1E6995BF576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36427" y="6320612"/>
            <a:ext cx="1296000" cy="292019"/>
          </a:xfrm>
          <a:prstGeom prst="rect">
            <a:avLst/>
          </a:prstGeom>
        </p:spPr>
      </p:pic>
      <p:sp>
        <p:nvSpPr>
          <p:cNvPr id="13" name="TextBox 12">
            <a:extLst>
              <a:ext uri="{FF2B5EF4-FFF2-40B4-BE49-F238E27FC236}">
                <a16:creationId xmlns:a16="http://schemas.microsoft.com/office/drawing/2014/main" id="{06758511-3EE8-4852-763C-F4F1187FA97D}"/>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486F512-1927-A0E0-A1C2-79941992D99A}"/>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8DEF3F3-5CAD-FC0C-F7DD-4A913E71BD35}"/>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
        <p:nvSpPr>
          <p:cNvPr id="4" name="Text Placeholder 42">
            <a:extLst>
              <a:ext uri="{FF2B5EF4-FFF2-40B4-BE49-F238E27FC236}">
                <a16:creationId xmlns:a16="http://schemas.microsoft.com/office/drawing/2014/main" id="{E790325F-8E1D-1D8F-9BC9-63324BDA4002}"/>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DFA58081-F274-C081-E890-EFC2A41D5FCF}"/>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8449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7.5 - Divider BluePink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EF07AED-C885-0A94-CE92-AD0235762C6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 name="Text Placeholder 42">
            <a:extLst>
              <a:ext uri="{FF2B5EF4-FFF2-40B4-BE49-F238E27FC236}">
                <a16:creationId xmlns:a16="http://schemas.microsoft.com/office/drawing/2014/main" id="{513AFDC9-7EA7-195A-AC21-49A03E74AF43}"/>
              </a:ext>
            </a:extLst>
          </p:cNvPr>
          <p:cNvSpPr>
            <a:spLocks noGrp="1"/>
          </p:cNvSpPr>
          <p:nvPr>
            <p:ph type="body" sz="quarter" idx="11" hasCustomPrompt="1"/>
          </p:nvPr>
        </p:nvSpPr>
        <p:spPr>
          <a:xfrm>
            <a:off x="556800" y="1440001"/>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5F57FFFB-CCE3-C058-3729-4EDEEE5E646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36427" y="6320612"/>
            <a:ext cx="1296000" cy="292019"/>
          </a:xfrm>
          <a:prstGeom prst="rect">
            <a:avLst/>
          </a:prstGeom>
        </p:spPr>
      </p:pic>
      <p:sp>
        <p:nvSpPr>
          <p:cNvPr id="13" name="TextBox 12">
            <a:extLst>
              <a:ext uri="{FF2B5EF4-FFF2-40B4-BE49-F238E27FC236}">
                <a16:creationId xmlns:a16="http://schemas.microsoft.com/office/drawing/2014/main" id="{35665458-1735-3CFE-DB60-E654932058A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B8EAC92C-19BC-5473-42AE-69A4371F2861}"/>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E2C85D8-A3A9-A261-1BCF-70106685644F}"/>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
        <p:nvSpPr>
          <p:cNvPr id="3" name="Text Placeholder 42">
            <a:extLst>
              <a:ext uri="{FF2B5EF4-FFF2-40B4-BE49-F238E27FC236}">
                <a16:creationId xmlns:a16="http://schemas.microsoft.com/office/drawing/2014/main" id="{521CF4E5-14D0-7A0E-3B20-BC1F539D9BFE}"/>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4" name="Straight Connector 3">
            <a:extLst>
              <a:ext uri="{FF2B5EF4-FFF2-40B4-BE49-F238E27FC236}">
                <a16:creationId xmlns:a16="http://schemas.microsoft.com/office/drawing/2014/main" id="{CAD97333-EA43-6640-585E-B0F0830740B7}"/>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1613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7.6 - Divider Pink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D17980-F783-4A27-87DC-42985B6C77B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522A1BAB-7805-96E3-BA5B-3E8B26D8AA37}"/>
              </a:ext>
            </a:extLst>
          </p:cNvPr>
          <p:cNvSpPr>
            <a:spLocks noGrp="1"/>
          </p:cNvSpPr>
          <p:nvPr>
            <p:ph type="body" sz="quarter" idx="11" hasCustomPrompt="1"/>
          </p:nvPr>
        </p:nvSpPr>
        <p:spPr>
          <a:xfrm>
            <a:off x="556800" y="1440001"/>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AB3FE475-1931-B109-EFE4-3720BF54E14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36427" y="6320612"/>
            <a:ext cx="1296000" cy="292019"/>
          </a:xfrm>
          <a:prstGeom prst="rect">
            <a:avLst/>
          </a:prstGeom>
        </p:spPr>
      </p:pic>
      <p:sp>
        <p:nvSpPr>
          <p:cNvPr id="13" name="TextBox 12">
            <a:extLst>
              <a:ext uri="{FF2B5EF4-FFF2-40B4-BE49-F238E27FC236}">
                <a16:creationId xmlns:a16="http://schemas.microsoft.com/office/drawing/2014/main" id="{C4C0B05D-F0F7-15F3-4C17-EED0899C7AFB}"/>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9857B24-CF63-C1F9-6FBA-114618B4AAB6}"/>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9CB5136-AC36-0B5E-A3A9-2D5B7B13CF90}"/>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
        <p:nvSpPr>
          <p:cNvPr id="4" name="Text Placeholder 42">
            <a:extLst>
              <a:ext uri="{FF2B5EF4-FFF2-40B4-BE49-F238E27FC236}">
                <a16:creationId xmlns:a16="http://schemas.microsoft.com/office/drawing/2014/main" id="{45165F11-ACDF-2F83-0960-B38B3A16DAD5}"/>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BED18778-E790-9812-B1F5-0E0F7858DCAF}"/>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97133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7.7 - Divider Orange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34BF0FE-66B0-30DC-7C7E-0C60AC6208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4" name="Text Placeholder 42">
            <a:extLst>
              <a:ext uri="{FF2B5EF4-FFF2-40B4-BE49-F238E27FC236}">
                <a16:creationId xmlns:a16="http://schemas.microsoft.com/office/drawing/2014/main" id="{915CB6A6-17E7-3E33-E841-80BBD7036B36}"/>
              </a:ext>
            </a:extLst>
          </p:cNvPr>
          <p:cNvSpPr>
            <a:spLocks noGrp="1"/>
          </p:cNvSpPr>
          <p:nvPr>
            <p:ph type="body" sz="quarter" idx="11" hasCustomPrompt="1"/>
          </p:nvPr>
        </p:nvSpPr>
        <p:spPr>
          <a:xfrm>
            <a:off x="556800" y="1440001"/>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F11B8FE6-8F1C-8435-F33C-EE04C6A6A16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36427" y="6320612"/>
            <a:ext cx="1296000" cy="292019"/>
          </a:xfrm>
          <a:prstGeom prst="rect">
            <a:avLst/>
          </a:prstGeom>
        </p:spPr>
      </p:pic>
      <p:sp>
        <p:nvSpPr>
          <p:cNvPr id="13" name="TextBox 12">
            <a:extLst>
              <a:ext uri="{FF2B5EF4-FFF2-40B4-BE49-F238E27FC236}">
                <a16:creationId xmlns:a16="http://schemas.microsoft.com/office/drawing/2014/main" id="{849B4D71-50D7-0502-EF7E-5AAF38E8659C}"/>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256B84B-A641-FF3B-04A5-7875DE216F37}"/>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B5AF0F0-B002-CB3B-6A1E-945904E802D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
        <p:nvSpPr>
          <p:cNvPr id="3" name="Text Placeholder 42">
            <a:extLst>
              <a:ext uri="{FF2B5EF4-FFF2-40B4-BE49-F238E27FC236}">
                <a16:creationId xmlns:a16="http://schemas.microsoft.com/office/drawing/2014/main" id="{BFB53FB7-1753-80D0-CDCE-10664D914FBD}"/>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F629192D-9BFF-547E-D7E1-AE02B2E78B03}"/>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59364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8.1 - End BlueGreen2">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3A71822B-C712-A4E6-919B-405BA7F21A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3" name="Graphic 3">
            <a:extLst>
              <a:ext uri="{FF2B5EF4-FFF2-40B4-BE49-F238E27FC236}">
                <a16:creationId xmlns:a16="http://schemas.microsoft.com/office/drawing/2014/main" id="{F113608E-22FD-657F-8D07-CD39EC97958A}"/>
              </a:ext>
            </a:extLst>
          </p:cNvPr>
          <p:cNvGrpSpPr/>
          <p:nvPr userDrawn="1"/>
        </p:nvGrpSpPr>
        <p:grpSpPr>
          <a:xfrm>
            <a:off x="2444423" y="2606652"/>
            <a:ext cx="7303155" cy="1644697"/>
            <a:chOff x="469958" y="1647414"/>
            <a:chExt cx="8205029" cy="1847802"/>
          </a:xfrm>
          <a:solidFill>
            <a:schemeClr val="bg1"/>
          </a:solidFill>
        </p:grpSpPr>
        <p:sp>
          <p:nvSpPr>
            <p:cNvPr id="4" name="Freeform 10">
              <a:extLst>
                <a:ext uri="{FF2B5EF4-FFF2-40B4-BE49-F238E27FC236}">
                  <a16:creationId xmlns:a16="http://schemas.microsoft.com/office/drawing/2014/main" id="{DA917A93-F7DB-3A50-D98B-8185FF15DE00}"/>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5" name="Freeform 11">
              <a:extLst>
                <a:ext uri="{FF2B5EF4-FFF2-40B4-BE49-F238E27FC236}">
                  <a16:creationId xmlns:a16="http://schemas.microsoft.com/office/drawing/2014/main" id="{08D8095F-7FCC-5669-F881-F66619242228}"/>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6" name="Freeform 12">
              <a:extLst>
                <a:ext uri="{FF2B5EF4-FFF2-40B4-BE49-F238E27FC236}">
                  <a16:creationId xmlns:a16="http://schemas.microsoft.com/office/drawing/2014/main" id="{A8F3D3FE-D0C9-59C1-F189-DA228D51A05B}"/>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7" name="Freeform 13">
              <a:extLst>
                <a:ext uri="{FF2B5EF4-FFF2-40B4-BE49-F238E27FC236}">
                  <a16:creationId xmlns:a16="http://schemas.microsoft.com/office/drawing/2014/main" id="{7F167DEA-E276-FD24-54AA-B4A09328CCE6}"/>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8" name="Freeform 14">
              <a:extLst>
                <a:ext uri="{FF2B5EF4-FFF2-40B4-BE49-F238E27FC236}">
                  <a16:creationId xmlns:a16="http://schemas.microsoft.com/office/drawing/2014/main" id="{5BDAA131-A001-A420-C695-237DBC402651}"/>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1031440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8.2 - End BlueGreen3">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EF89375-E21D-F63F-06A8-C59355F125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3" name="Graphic 3">
            <a:extLst>
              <a:ext uri="{FF2B5EF4-FFF2-40B4-BE49-F238E27FC236}">
                <a16:creationId xmlns:a16="http://schemas.microsoft.com/office/drawing/2014/main" id="{EBD7979C-B9C6-8A09-B241-FD1FED4BAC89}"/>
              </a:ext>
            </a:extLst>
          </p:cNvPr>
          <p:cNvGrpSpPr/>
          <p:nvPr userDrawn="1"/>
        </p:nvGrpSpPr>
        <p:grpSpPr>
          <a:xfrm>
            <a:off x="2444423" y="2606652"/>
            <a:ext cx="7303155" cy="1644697"/>
            <a:chOff x="469958" y="1647414"/>
            <a:chExt cx="8205029" cy="1847802"/>
          </a:xfrm>
          <a:solidFill>
            <a:schemeClr val="bg1"/>
          </a:solidFill>
        </p:grpSpPr>
        <p:sp>
          <p:nvSpPr>
            <p:cNvPr id="4" name="Freeform 10">
              <a:extLst>
                <a:ext uri="{FF2B5EF4-FFF2-40B4-BE49-F238E27FC236}">
                  <a16:creationId xmlns:a16="http://schemas.microsoft.com/office/drawing/2014/main" id="{B7B0CAF0-3BC0-2F0C-A2D6-BD2777136ABD}"/>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5" name="Freeform 11">
              <a:extLst>
                <a:ext uri="{FF2B5EF4-FFF2-40B4-BE49-F238E27FC236}">
                  <a16:creationId xmlns:a16="http://schemas.microsoft.com/office/drawing/2014/main" id="{DFE11313-A28D-C9D5-388D-F3DCE472D733}"/>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6" name="Freeform 12">
              <a:extLst>
                <a:ext uri="{FF2B5EF4-FFF2-40B4-BE49-F238E27FC236}">
                  <a16:creationId xmlns:a16="http://schemas.microsoft.com/office/drawing/2014/main" id="{5423B194-3C18-4ED2-C954-ADB91F99CDD9}"/>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7" name="Freeform 13">
              <a:extLst>
                <a:ext uri="{FF2B5EF4-FFF2-40B4-BE49-F238E27FC236}">
                  <a16:creationId xmlns:a16="http://schemas.microsoft.com/office/drawing/2014/main" id="{3A46B4C4-EAE8-DC64-8EE7-085376B9F0C3}"/>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8" name="Freeform 14">
              <a:extLst>
                <a:ext uri="{FF2B5EF4-FFF2-40B4-BE49-F238E27FC236}">
                  <a16:creationId xmlns:a16="http://schemas.microsoft.com/office/drawing/2014/main" id="{868AEA7C-4869-2294-8EAF-A87420CD4743}"/>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955608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8.3 - End BlueGreen5">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08FFEE3-9429-FB20-94DA-036B3BA28A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3" name="Graphic 3">
            <a:extLst>
              <a:ext uri="{FF2B5EF4-FFF2-40B4-BE49-F238E27FC236}">
                <a16:creationId xmlns:a16="http://schemas.microsoft.com/office/drawing/2014/main" id="{FF97AAA9-D469-5AE4-F90F-9020A3DDBE0A}"/>
              </a:ext>
            </a:extLst>
          </p:cNvPr>
          <p:cNvGrpSpPr/>
          <p:nvPr userDrawn="1"/>
        </p:nvGrpSpPr>
        <p:grpSpPr>
          <a:xfrm>
            <a:off x="2444423" y="2606652"/>
            <a:ext cx="7303155" cy="1644697"/>
            <a:chOff x="469958" y="1647414"/>
            <a:chExt cx="8205029" cy="1847802"/>
          </a:xfrm>
          <a:solidFill>
            <a:schemeClr val="bg1"/>
          </a:solidFill>
        </p:grpSpPr>
        <p:sp>
          <p:nvSpPr>
            <p:cNvPr id="4" name="Freeform 10">
              <a:extLst>
                <a:ext uri="{FF2B5EF4-FFF2-40B4-BE49-F238E27FC236}">
                  <a16:creationId xmlns:a16="http://schemas.microsoft.com/office/drawing/2014/main" id="{C2E78338-BF1F-47F8-574E-5A79325DD1F8}"/>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5" name="Freeform 11">
              <a:extLst>
                <a:ext uri="{FF2B5EF4-FFF2-40B4-BE49-F238E27FC236}">
                  <a16:creationId xmlns:a16="http://schemas.microsoft.com/office/drawing/2014/main" id="{BEABEE7F-B8A9-CDE0-CB0E-B91BA834B8F1}"/>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6" name="Freeform 12">
              <a:extLst>
                <a:ext uri="{FF2B5EF4-FFF2-40B4-BE49-F238E27FC236}">
                  <a16:creationId xmlns:a16="http://schemas.microsoft.com/office/drawing/2014/main" id="{42EAFBE4-3E55-88EC-6263-AA83BE68E7C0}"/>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7" name="Freeform 13">
              <a:extLst>
                <a:ext uri="{FF2B5EF4-FFF2-40B4-BE49-F238E27FC236}">
                  <a16:creationId xmlns:a16="http://schemas.microsoft.com/office/drawing/2014/main" id="{55877F46-FE15-EE6B-7255-F5187038A7A8}"/>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8" name="Freeform 14">
              <a:extLst>
                <a:ext uri="{FF2B5EF4-FFF2-40B4-BE49-F238E27FC236}">
                  <a16:creationId xmlns:a16="http://schemas.microsoft.com/office/drawing/2014/main" id="{F62DDA2E-E23F-3C1F-FBA8-13E4AE5F3526}"/>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551517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8.4 - End PurpleBlue2">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3465075C-3A04-8F21-2D96-F11146239A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3" name="Graphic 3">
            <a:extLst>
              <a:ext uri="{FF2B5EF4-FFF2-40B4-BE49-F238E27FC236}">
                <a16:creationId xmlns:a16="http://schemas.microsoft.com/office/drawing/2014/main" id="{A77D7537-AB6E-150C-8EAC-2488703A5501}"/>
              </a:ext>
            </a:extLst>
          </p:cNvPr>
          <p:cNvGrpSpPr/>
          <p:nvPr userDrawn="1"/>
        </p:nvGrpSpPr>
        <p:grpSpPr>
          <a:xfrm>
            <a:off x="2444423" y="2606652"/>
            <a:ext cx="7303155" cy="1644697"/>
            <a:chOff x="469958" y="1647414"/>
            <a:chExt cx="8205029" cy="1847802"/>
          </a:xfrm>
          <a:solidFill>
            <a:schemeClr val="bg1"/>
          </a:solidFill>
        </p:grpSpPr>
        <p:sp>
          <p:nvSpPr>
            <p:cNvPr id="4" name="Freeform 10">
              <a:extLst>
                <a:ext uri="{FF2B5EF4-FFF2-40B4-BE49-F238E27FC236}">
                  <a16:creationId xmlns:a16="http://schemas.microsoft.com/office/drawing/2014/main" id="{B6DD48B6-4C1B-73D2-03B9-15D30FCE5E9E}"/>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5" name="Freeform 11">
              <a:extLst>
                <a:ext uri="{FF2B5EF4-FFF2-40B4-BE49-F238E27FC236}">
                  <a16:creationId xmlns:a16="http://schemas.microsoft.com/office/drawing/2014/main" id="{64D70B58-DDCB-C449-2352-59773ED88AE4}"/>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6" name="Freeform 12">
              <a:extLst>
                <a:ext uri="{FF2B5EF4-FFF2-40B4-BE49-F238E27FC236}">
                  <a16:creationId xmlns:a16="http://schemas.microsoft.com/office/drawing/2014/main" id="{609F40CE-5FD9-0148-24E8-B471F0E808BF}"/>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7" name="Freeform 13">
              <a:extLst>
                <a:ext uri="{FF2B5EF4-FFF2-40B4-BE49-F238E27FC236}">
                  <a16:creationId xmlns:a16="http://schemas.microsoft.com/office/drawing/2014/main" id="{921AF8C9-7D93-7437-46E4-70C04BC1FCD9}"/>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8" name="Freeform 14">
              <a:extLst>
                <a:ext uri="{FF2B5EF4-FFF2-40B4-BE49-F238E27FC236}">
                  <a16:creationId xmlns:a16="http://schemas.microsoft.com/office/drawing/2014/main" id="{A4086F6C-E115-654F-39E3-04AE3FA5602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5105396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8.5 - End BluePink1">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39F40A4-C4FE-CE81-4DDE-1096BF05B1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3" name="Graphic 3">
            <a:extLst>
              <a:ext uri="{FF2B5EF4-FFF2-40B4-BE49-F238E27FC236}">
                <a16:creationId xmlns:a16="http://schemas.microsoft.com/office/drawing/2014/main" id="{04350EF6-70D2-8CA6-C8B4-23AD48C51B92}"/>
              </a:ext>
            </a:extLst>
          </p:cNvPr>
          <p:cNvGrpSpPr/>
          <p:nvPr userDrawn="1"/>
        </p:nvGrpSpPr>
        <p:grpSpPr>
          <a:xfrm>
            <a:off x="2444423" y="2606652"/>
            <a:ext cx="7303155" cy="1644697"/>
            <a:chOff x="469958" y="1647414"/>
            <a:chExt cx="8205029" cy="1847802"/>
          </a:xfrm>
          <a:solidFill>
            <a:schemeClr val="bg1"/>
          </a:solidFill>
        </p:grpSpPr>
        <p:sp>
          <p:nvSpPr>
            <p:cNvPr id="4" name="Freeform 10">
              <a:extLst>
                <a:ext uri="{FF2B5EF4-FFF2-40B4-BE49-F238E27FC236}">
                  <a16:creationId xmlns:a16="http://schemas.microsoft.com/office/drawing/2014/main" id="{E3C5F24B-DEBE-91F4-60EF-98DB9598FC4B}"/>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5" name="Freeform 11">
              <a:extLst>
                <a:ext uri="{FF2B5EF4-FFF2-40B4-BE49-F238E27FC236}">
                  <a16:creationId xmlns:a16="http://schemas.microsoft.com/office/drawing/2014/main" id="{0430F02E-A1F8-79E9-1749-B79A96144ED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6" name="Freeform 12">
              <a:extLst>
                <a:ext uri="{FF2B5EF4-FFF2-40B4-BE49-F238E27FC236}">
                  <a16:creationId xmlns:a16="http://schemas.microsoft.com/office/drawing/2014/main" id="{FABBDCAD-55AC-A504-7AB9-9EA8B4E0982A}"/>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7" name="Freeform 13">
              <a:extLst>
                <a:ext uri="{FF2B5EF4-FFF2-40B4-BE49-F238E27FC236}">
                  <a16:creationId xmlns:a16="http://schemas.microsoft.com/office/drawing/2014/main" id="{3870B6CA-17E5-8094-AABA-A4EB4CF4DD7D}"/>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8" name="Freeform 14">
              <a:extLst>
                <a:ext uri="{FF2B5EF4-FFF2-40B4-BE49-F238E27FC236}">
                  <a16:creationId xmlns:a16="http://schemas.microsoft.com/office/drawing/2014/main" id="{AB471460-440F-63D0-B43A-D4E98094F4B1}"/>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13268170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8.6 - End Pink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21011232-FEC1-556E-5D81-2627C46F6D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3" name="Graphic 3">
            <a:extLst>
              <a:ext uri="{FF2B5EF4-FFF2-40B4-BE49-F238E27FC236}">
                <a16:creationId xmlns:a16="http://schemas.microsoft.com/office/drawing/2014/main" id="{E305D3B8-631A-ECF6-F436-B2BCDEC1D146}"/>
              </a:ext>
            </a:extLst>
          </p:cNvPr>
          <p:cNvGrpSpPr/>
          <p:nvPr userDrawn="1"/>
        </p:nvGrpSpPr>
        <p:grpSpPr>
          <a:xfrm>
            <a:off x="2444423" y="2606652"/>
            <a:ext cx="7303155" cy="1644697"/>
            <a:chOff x="469958" y="1647414"/>
            <a:chExt cx="8205029" cy="1847802"/>
          </a:xfrm>
          <a:solidFill>
            <a:schemeClr val="bg1"/>
          </a:solidFill>
        </p:grpSpPr>
        <p:sp>
          <p:nvSpPr>
            <p:cNvPr id="4" name="Freeform 10">
              <a:extLst>
                <a:ext uri="{FF2B5EF4-FFF2-40B4-BE49-F238E27FC236}">
                  <a16:creationId xmlns:a16="http://schemas.microsoft.com/office/drawing/2014/main" id="{A5AA4292-461B-4E6C-D0DF-22D79FF5659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5" name="Freeform 11">
              <a:extLst>
                <a:ext uri="{FF2B5EF4-FFF2-40B4-BE49-F238E27FC236}">
                  <a16:creationId xmlns:a16="http://schemas.microsoft.com/office/drawing/2014/main" id="{E83B83EF-F13E-0C9F-A72E-1028FFB5C1A3}"/>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6" name="Freeform 12">
              <a:extLst>
                <a:ext uri="{FF2B5EF4-FFF2-40B4-BE49-F238E27FC236}">
                  <a16:creationId xmlns:a16="http://schemas.microsoft.com/office/drawing/2014/main" id="{7583F4ED-E4FB-BC79-63D6-917602298C36}"/>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7" name="Freeform 13">
              <a:extLst>
                <a:ext uri="{FF2B5EF4-FFF2-40B4-BE49-F238E27FC236}">
                  <a16:creationId xmlns:a16="http://schemas.microsoft.com/office/drawing/2014/main" id="{D7AF8DF3-63F0-80CE-4E26-5256A0E0248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8" name="Freeform 14">
              <a:extLst>
                <a:ext uri="{FF2B5EF4-FFF2-40B4-BE49-F238E27FC236}">
                  <a16:creationId xmlns:a16="http://schemas.microsoft.com/office/drawing/2014/main" id="{AD0AD8F7-2131-0B88-1728-D3CA421A2D2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9114160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8.7 - Divider Orange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AC7C13A4-489B-3211-82FF-868A0A256E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grpSp>
        <p:nvGrpSpPr>
          <p:cNvPr id="3" name="Graphic 3">
            <a:extLst>
              <a:ext uri="{FF2B5EF4-FFF2-40B4-BE49-F238E27FC236}">
                <a16:creationId xmlns:a16="http://schemas.microsoft.com/office/drawing/2014/main" id="{7490672C-BECC-A8CE-2FB2-AF9FB16315DB}"/>
              </a:ext>
            </a:extLst>
          </p:cNvPr>
          <p:cNvGrpSpPr/>
          <p:nvPr userDrawn="1"/>
        </p:nvGrpSpPr>
        <p:grpSpPr>
          <a:xfrm>
            <a:off x="2444423" y="2606652"/>
            <a:ext cx="7303155" cy="1644697"/>
            <a:chOff x="469958" y="1647414"/>
            <a:chExt cx="8205029" cy="1847802"/>
          </a:xfrm>
          <a:solidFill>
            <a:schemeClr val="bg1"/>
          </a:solidFill>
        </p:grpSpPr>
        <p:sp>
          <p:nvSpPr>
            <p:cNvPr id="4" name="Freeform 10">
              <a:extLst>
                <a:ext uri="{FF2B5EF4-FFF2-40B4-BE49-F238E27FC236}">
                  <a16:creationId xmlns:a16="http://schemas.microsoft.com/office/drawing/2014/main" id="{A3EA2D57-26D4-3FE7-0AD1-EEED4BE8BED6}"/>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5" name="Freeform 11">
              <a:extLst>
                <a:ext uri="{FF2B5EF4-FFF2-40B4-BE49-F238E27FC236}">
                  <a16:creationId xmlns:a16="http://schemas.microsoft.com/office/drawing/2014/main" id="{3244009B-B9FA-D5C6-D5E3-5563DC7638F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6" name="Freeform 12">
              <a:extLst>
                <a:ext uri="{FF2B5EF4-FFF2-40B4-BE49-F238E27FC236}">
                  <a16:creationId xmlns:a16="http://schemas.microsoft.com/office/drawing/2014/main" id="{2FD42FBA-921E-BB93-CEB5-51CAED5F599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7" name="Freeform 13">
              <a:extLst>
                <a:ext uri="{FF2B5EF4-FFF2-40B4-BE49-F238E27FC236}">
                  <a16:creationId xmlns:a16="http://schemas.microsoft.com/office/drawing/2014/main" id="{DADC54FF-C0E3-D235-2C4E-2FB66C6E9ED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8" name="Freeform 14">
              <a:extLst>
                <a:ext uri="{FF2B5EF4-FFF2-40B4-BE49-F238E27FC236}">
                  <a16:creationId xmlns:a16="http://schemas.microsoft.com/office/drawing/2014/main" id="{8E3A682F-0F88-48F0-97B1-60B5B2477F9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0410480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8.8 - Divider White">
    <p:bg>
      <p:bgPr>
        <a:solidFill>
          <a:schemeClr val="bg1"/>
        </a:solidFill>
        <a:effectLst/>
      </p:bgPr>
    </p:bg>
    <p:spTree>
      <p:nvGrpSpPr>
        <p:cNvPr id="1" name=""/>
        <p:cNvGrpSpPr/>
        <p:nvPr/>
      </p:nvGrpSpPr>
      <p:grpSpPr>
        <a:xfrm>
          <a:off x="0" y="0"/>
          <a:ext cx="0" cy="0"/>
          <a:chOff x="0" y="0"/>
          <a:chExt cx="0" cy="0"/>
        </a:xfrm>
      </p:grpSpPr>
      <p:grpSp>
        <p:nvGrpSpPr>
          <p:cNvPr id="2" name="Graphic 3">
            <a:extLst>
              <a:ext uri="{FF2B5EF4-FFF2-40B4-BE49-F238E27FC236}">
                <a16:creationId xmlns:a16="http://schemas.microsoft.com/office/drawing/2014/main" id="{46DC4F6B-8D28-1514-E83F-9C8BC35CC881}"/>
              </a:ext>
            </a:extLst>
          </p:cNvPr>
          <p:cNvGrpSpPr/>
          <p:nvPr userDrawn="1"/>
        </p:nvGrpSpPr>
        <p:grpSpPr>
          <a:xfrm>
            <a:off x="2444423" y="2606652"/>
            <a:ext cx="7303155" cy="1644697"/>
            <a:chOff x="469958" y="1647414"/>
            <a:chExt cx="8205029" cy="1847802"/>
          </a:xfrm>
          <a:solidFill>
            <a:schemeClr val="accent1"/>
          </a:solidFill>
        </p:grpSpPr>
        <p:sp>
          <p:nvSpPr>
            <p:cNvPr id="3" name="Freeform 10">
              <a:extLst>
                <a:ext uri="{FF2B5EF4-FFF2-40B4-BE49-F238E27FC236}">
                  <a16:creationId xmlns:a16="http://schemas.microsoft.com/office/drawing/2014/main" id="{528AAC0C-F8F7-997C-49C5-2DDCFFEF4C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sz="2400"/>
            </a:p>
          </p:txBody>
        </p:sp>
        <p:sp>
          <p:nvSpPr>
            <p:cNvPr id="4" name="Freeform 11">
              <a:extLst>
                <a:ext uri="{FF2B5EF4-FFF2-40B4-BE49-F238E27FC236}">
                  <a16:creationId xmlns:a16="http://schemas.microsoft.com/office/drawing/2014/main" id="{709A296F-6430-7EEE-74D0-2B39CDE8E8CE}"/>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sz="2400"/>
            </a:p>
          </p:txBody>
        </p:sp>
        <p:sp>
          <p:nvSpPr>
            <p:cNvPr id="5" name="Freeform 12">
              <a:extLst>
                <a:ext uri="{FF2B5EF4-FFF2-40B4-BE49-F238E27FC236}">
                  <a16:creationId xmlns:a16="http://schemas.microsoft.com/office/drawing/2014/main" id="{98732BD3-7687-3964-C382-BE79A166885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sz="2400"/>
            </a:p>
          </p:txBody>
        </p:sp>
        <p:sp>
          <p:nvSpPr>
            <p:cNvPr id="6" name="Freeform 13">
              <a:extLst>
                <a:ext uri="{FF2B5EF4-FFF2-40B4-BE49-F238E27FC236}">
                  <a16:creationId xmlns:a16="http://schemas.microsoft.com/office/drawing/2014/main" id="{9F629670-5E2F-8BFA-0D73-6127F5336BE0}"/>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sz="2400"/>
            </a:p>
          </p:txBody>
        </p:sp>
        <p:sp>
          <p:nvSpPr>
            <p:cNvPr id="7" name="Freeform 14">
              <a:extLst>
                <a:ext uri="{FF2B5EF4-FFF2-40B4-BE49-F238E27FC236}">
                  <a16:creationId xmlns:a16="http://schemas.microsoft.com/office/drawing/2014/main" id="{9B99146A-4055-2125-3098-1EF0E51C585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35249223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1.2_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75EFDF9-FEB9-43F4-8C7B-7C6485EFB067}"/>
              </a:ext>
            </a:extLst>
          </p:cNvPr>
          <p:cNvGraphicFramePr>
            <a:graphicFrameLocks noChangeAspect="1"/>
          </p:cNvGraphicFramePr>
          <p:nvPr userDrawn="1">
            <p:custDataLst>
              <p:tags r:id="rId1"/>
            </p:custDataLst>
            <p:extLst>
              <p:ext uri="{D42A27DB-BD31-4B8C-83A1-F6EECF244321}">
                <p14:modId xmlns:p14="http://schemas.microsoft.com/office/powerpoint/2010/main" val="11071828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075EFDF9-FEB9-43F4-8C7B-7C6485EFB067}"/>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4" name="Text Placeholder 12">
            <a:extLst>
              <a:ext uri="{FF2B5EF4-FFF2-40B4-BE49-F238E27FC236}">
                <a16:creationId xmlns:a16="http://schemas.microsoft.com/office/drawing/2014/main" id="{CCA9B40D-98B9-4DAE-9A9F-ADA96399310B}"/>
              </a:ext>
            </a:extLst>
          </p:cNvPr>
          <p:cNvSpPr>
            <a:spLocks noGrp="1"/>
          </p:cNvSpPr>
          <p:nvPr>
            <p:ph type="body" sz="quarter" idx="11" hasCustomPrompt="1"/>
          </p:nvPr>
        </p:nvSpPr>
        <p:spPr>
          <a:xfrm>
            <a:off x="556800" y="787200"/>
            <a:ext cx="11078400" cy="412800"/>
          </a:xfrm>
          <a:prstGeom prst="rect">
            <a:avLst/>
          </a:prstGeom>
        </p:spPr>
        <p:txBody>
          <a:bodyPr lIns="0" tIns="0" rIns="0" bIns="0"/>
          <a:lstStyle>
            <a:lvl1pPr marL="0" indent="0" rtl="0">
              <a:buNone/>
              <a:defRPr sz="2667">
                <a:solidFill>
                  <a:schemeClr val="bg2"/>
                </a:solidFill>
                <a:latin typeface="Arial" panose="020B0604020202020204" pitchFamily="34" charset="0"/>
                <a:cs typeface="Arial" panose="020B0604020202020204" pitchFamily="34" charset="0"/>
              </a:defRPr>
            </a:lvl1pPr>
            <a:lvl2pPr>
              <a:defRPr sz="2667">
                <a:latin typeface="+mj-lt"/>
              </a:defRPr>
            </a:lvl2pPr>
            <a:lvl3pPr>
              <a:defRPr sz="2667">
                <a:latin typeface="+mj-lt"/>
              </a:defRPr>
            </a:lvl3pPr>
            <a:lvl4pPr>
              <a:defRPr sz="2667">
                <a:latin typeface="+mj-lt"/>
              </a:defRPr>
            </a:lvl4pPr>
            <a:lvl5pPr>
              <a:defRPr sz="2667">
                <a:latin typeface="+mj-lt"/>
              </a:defRPr>
            </a:lvl5pPr>
          </a:lstStyle>
          <a:p>
            <a:pPr lvl="0"/>
            <a:r>
              <a:rPr lang="en-US" noProof="0" dirty="0"/>
              <a:t>Click to edit secondary headline</a:t>
            </a:r>
          </a:p>
        </p:txBody>
      </p:sp>
      <p:sp>
        <p:nvSpPr>
          <p:cNvPr id="5" name="Text Placeholder 42">
            <a:extLst>
              <a:ext uri="{FF2B5EF4-FFF2-40B4-BE49-F238E27FC236}">
                <a16:creationId xmlns:a16="http://schemas.microsoft.com/office/drawing/2014/main" id="{D86294FB-2402-4D94-AED3-9DCD74825799}"/>
              </a:ext>
            </a:extLst>
          </p:cNvPr>
          <p:cNvSpPr>
            <a:spLocks noGrp="1"/>
          </p:cNvSpPr>
          <p:nvPr>
            <p:ph type="body" sz="quarter" idx="12" hasCustomPrompt="1"/>
          </p:nvPr>
        </p:nvSpPr>
        <p:spPr>
          <a:xfrm>
            <a:off x="556800" y="374400"/>
            <a:ext cx="11078400" cy="412800"/>
          </a:xfrm>
          <a:prstGeom prst="rect">
            <a:avLst/>
          </a:prstGeom>
        </p:spPr>
        <p:txBody>
          <a:bodyPr lIns="0" tIns="0" rIns="0" bIns="0"/>
          <a:lstStyle>
            <a:lvl1pPr marL="0" indent="0" rtl="0">
              <a:buNone/>
              <a:defRPr sz="2667" baseline="0">
                <a:solidFill>
                  <a:schemeClr val="tx1"/>
                </a:solidFill>
                <a:latin typeface="Arial" panose="020B0604020202020204" pitchFamily="34" charset="0"/>
                <a:cs typeface="Arial" panose="020B0604020202020204" pitchFamily="34" charset="0"/>
              </a:defRPr>
            </a:lvl1pPr>
          </a:lstStyle>
          <a:p>
            <a:pPr lvl="0"/>
            <a:r>
              <a:rPr lang="en-US" noProof="0" dirty="0"/>
              <a:t>Click to edit headline</a:t>
            </a:r>
          </a:p>
        </p:txBody>
      </p:sp>
      <p:sp>
        <p:nvSpPr>
          <p:cNvPr id="3" name="Footer Placeholder 2">
            <a:extLst>
              <a:ext uri="{FF2B5EF4-FFF2-40B4-BE49-F238E27FC236}">
                <a16:creationId xmlns:a16="http://schemas.microsoft.com/office/drawing/2014/main" id="{2A895A2F-5C2E-8004-1BDC-821C6D78A78E}"/>
              </a:ext>
            </a:extLst>
          </p:cNvPr>
          <p:cNvSpPr>
            <a:spLocks noGrp="1"/>
          </p:cNvSpPr>
          <p:nvPr>
            <p:ph type="ftr" sz="quarter" idx="3"/>
          </p:nvPr>
        </p:nvSpPr>
        <p:spPr>
          <a:xfrm>
            <a:off x="2006146" y="6235197"/>
            <a:ext cx="8207609" cy="531835"/>
          </a:xfrm>
          <a:prstGeom prst="rect">
            <a:avLst/>
          </a:prstGeom>
        </p:spPr>
        <p:txBody>
          <a:bodyPr vert="horz" wrap="square" lIns="0" tIns="0" rIns="0" bIns="0" rtlCol="0" anchor="b" anchorCtr="0">
            <a:noAutofit/>
          </a:bodyPr>
          <a:lstStyle>
            <a:lvl1pPr>
              <a:defRPr lang="en-US" sz="1067"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Tree>
    <p:extLst>
      <p:ext uri="{BB962C8B-B14F-4D97-AF65-F5344CB8AC3E}">
        <p14:creationId xmlns:p14="http://schemas.microsoft.com/office/powerpoint/2010/main" val="329802388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1.2_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930C3169-DC1D-48C8-9131-BDA1B5810783}"/>
              </a:ext>
            </a:extLst>
          </p:cNvPr>
          <p:cNvGraphicFramePr>
            <a:graphicFrameLocks noChangeAspect="1"/>
          </p:cNvGraphicFramePr>
          <p:nvPr userDrawn="1">
            <p:custDataLst>
              <p:tags r:id="rId1"/>
            </p:custDataLst>
            <p:extLst>
              <p:ext uri="{D42A27DB-BD31-4B8C-83A1-F6EECF244321}">
                <p14:modId xmlns:p14="http://schemas.microsoft.com/office/powerpoint/2010/main" val="2347674430"/>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a:extLst>
                          <a:ext uri="{FF2B5EF4-FFF2-40B4-BE49-F238E27FC236}">
                            <a16:creationId xmlns:a16="http://schemas.microsoft.com/office/drawing/2014/main" id="{930C3169-DC1D-48C8-9131-BDA1B5810783}"/>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864000"/>
          </a:xfrm>
          <a:prstGeom prst="rect">
            <a:avLst/>
          </a:prstGeom>
        </p:spPr>
        <p:txBody>
          <a:bodyPr lIns="0" tIns="0" rIns="0" bIns="0"/>
          <a:lstStyle>
            <a:lvl1pPr marL="0" indent="0" rtl="0">
              <a:lnSpc>
                <a:spcPct val="100000"/>
              </a:lnSpc>
              <a:spcBef>
                <a:spcPts val="0"/>
              </a:spcBef>
              <a:buNone/>
              <a:defRPr sz="3200" baseline="0">
                <a:solidFill>
                  <a:schemeClr val="tx1"/>
                </a:solidFill>
                <a:latin typeface="Arial" panose="020B0604020202020204" pitchFamily="34" charset="0"/>
              </a:defRPr>
            </a:lvl1pPr>
          </a:lstStyle>
          <a:p>
            <a:pPr lvl="0"/>
            <a:r>
              <a:rPr lang="en-US" noProof="0" dirty="0"/>
              <a:t>Click to edit headline</a:t>
            </a:r>
          </a:p>
        </p:txBody>
      </p:sp>
      <p:sp>
        <p:nvSpPr>
          <p:cNvPr id="3" name="Footer Placeholder 2">
            <a:extLst>
              <a:ext uri="{FF2B5EF4-FFF2-40B4-BE49-F238E27FC236}">
                <a16:creationId xmlns:a16="http://schemas.microsoft.com/office/drawing/2014/main" id="{046932BB-2026-2FDF-23DE-AF2A1FD931C9}"/>
              </a:ext>
            </a:extLst>
          </p:cNvPr>
          <p:cNvSpPr>
            <a:spLocks noGrp="1"/>
          </p:cNvSpPr>
          <p:nvPr>
            <p:ph type="ftr" sz="quarter" idx="3"/>
          </p:nvPr>
        </p:nvSpPr>
        <p:spPr>
          <a:xfrm>
            <a:off x="2006146" y="6235197"/>
            <a:ext cx="8207609" cy="531835"/>
          </a:xfrm>
          <a:prstGeom prst="rect">
            <a:avLst/>
          </a:prstGeom>
        </p:spPr>
        <p:txBody>
          <a:bodyPr vert="horz" wrap="square" lIns="0" tIns="0" rIns="0" bIns="0" rtlCol="0" anchor="b" anchorCtr="0">
            <a:noAutofit/>
          </a:bodyPr>
          <a:lstStyle>
            <a:lvl1pPr>
              <a:defRPr lang="en-US" sz="1067"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spTree>
    <p:extLst>
      <p:ext uri="{BB962C8B-B14F-4D97-AF65-F5344CB8AC3E}">
        <p14:creationId xmlns:p14="http://schemas.microsoft.com/office/powerpoint/2010/main" val="18055428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093698288"/>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3" name="Object 2" hidden="1"/>
                      <p:cNvPicPr/>
                      <p:nvPr/>
                    </p:nvPicPr>
                    <p:blipFill>
                      <a:blip r:embed="rId5"/>
                      <a:stretch>
                        <a:fillRect/>
                      </a:stretch>
                    </p:blipFill>
                    <p:spPr>
                      <a:xfrm>
                        <a:off x="2119" y="2119"/>
                        <a:ext cx="2117" cy="2117"/>
                      </a:xfrm>
                      <a:prstGeom prst="rect">
                        <a:avLst/>
                      </a:prstGeom>
                    </p:spPr>
                  </p:pic>
                </p:oleObj>
              </mc:Fallback>
            </mc:AlternateContent>
          </a:graphicData>
        </a:graphic>
      </p:graphicFrame>
      <p:sp>
        <p:nvSpPr>
          <p:cNvPr id="2" name="Rectangle 1" hidden="1"/>
          <p:cNvSpPr/>
          <p:nvPr userDrawn="1">
            <p:custDataLst>
              <p:tags r:id="rId2"/>
            </p:custDataLst>
          </p:nvPr>
        </p:nvSpPr>
        <p:spPr>
          <a:xfrm>
            <a:off x="1" y="1"/>
            <a:ext cx="211667" cy="211667"/>
          </a:xfrm>
          <a:prstGeom prst="rect">
            <a:avLst/>
          </a:prstGeom>
          <a:solidFill>
            <a:schemeClr val="accent1"/>
          </a:solidFill>
          <a:ln w="9525" cap="flat" cmpd="sng" algn="ctr">
            <a:solidFill>
              <a:schemeClr val="accent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buClr>
                <a:srgbClr val="124191">
                  <a:lumMod val="100000"/>
                </a:srgbClr>
              </a:buClr>
              <a:buSzPct val="100000"/>
              <a:buFont typeface="Trebuchet MS" panose="020B0603020202020204" pitchFamily="34" charset="0"/>
              <a:buChar char="​"/>
            </a:pPr>
            <a:endParaRPr lang="en-US" sz="3200" b="0" i="0" baseline="0" err="1">
              <a:solidFill>
                <a:srgbClr val="FFFFFF"/>
              </a:solidFill>
              <a:latin typeface="Nokia Pure Headline Light" panose="020B0304040602060303" pitchFamily="34" charset="0"/>
              <a:ea typeface="+mj-ea"/>
              <a:cs typeface="+mj-cs"/>
              <a:sym typeface="Nokia Pure Headline Light" panose="020B0304040602060303" pitchFamily="34" charset="0"/>
            </a:endParaRPr>
          </a:p>
        </p:txBody>
      </p:sp>
      <p:sp>
        <p:nvSpPr>
          <p:cNvPr id="8" name="Title 7"/>
          <p:cNvSpPr>
            <a:spLocks noGrp="1"/>
          </p:cNvSpPr>
          <p:nvPr>
            <p:ph type="title" hasCustomPrompt="1"/>
          </p:nvPr>
        </p:nvSpPr>
        <p:spPr>
          <a:xfrm>
            <a:off x="556800" y="622803"/>
            <a:ext cx="11078400" cy="443199"/>
          </a:xfrm>
        </p:spPr>
        <p:txBody>
          <a:bodyPr>
            <a:spAutoFit/>
          </a:bodyPr>
          <a:lstStyle>
            <a:lvl1pPr>
              <a:defRPr>
                <a:solidFill>
                  <a:schemeClr val="tx2">
                    <a:lumMod val="100000"/>
                  </a:schemeClr>
                </a:solidFill>
                <a:latin typeface="+mj-lt"/>
                <a:sym typeface="Trebuchet MS" panose="020B0603020202020204" pitchFamily="34" charset="0"/>
              </a:defRPr>
            </a:lvl1pPr>
          </a:lstStyle>
          <a:p>
            <a:r>
              <a:rPr lang="en-US"/>
              <a:t>Click to add title</a:t>
            </a:r>
          </a:p>
        </p:txBody>
      </p:sp>
      <p:pic>
        <p:nvPicPr>
          <p:cNvPr id="4" name="Graphic 3">
            <a:extLst>
              <a:ext uri="{FF2B5EF4-FFF2-40B4-BE49-F238E27FC236}">
                <a16:creationId xmlns:a16="http://schemas.microsoft.com/office/drawing/2014/main" id="{4206AE6A-4A14-8307-89D6-65060BDE738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36427" y="6320612"/>
            <a:ext cx="1296000" cy="292019"/>
          </a:xfrm>
          <a:prstGeom prst="rect">
            <a:avLst/>
          </a:prstGeom>
        </p:spPr>
      </p:pic>
      <p:sp>
        <p:nvSpPr>
          <p:cNvPr id="5" name="TextBox 4">
            <a:extLst>
              <a:ext uri="{FF2B5EF4-FFF2-40B4-BE49-F238E27FC236}">
                <a16:creationId xmlns:a16="http://schemas.microsoft.com/office/drawing/2014/main" id="{58D80C85-3CF0-34E8-2237-EF8D6AC147D8}"/>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6" name="Slide Number Placeholder 5">
            <a:extLst>
              <a:ext uri="{FF2B5EF4-FFF2-40B4-BE49-F238E27FC236}">
                <a16:creationId xmlns:a16="http://schemas.microsoft.com/office/drawing/2014/main" id="{16C5823E-7F36-3B2A-349F-9F6C9AF9D64C}"/>
              </a:ext>
            </a:extLst>
          </p:cNvPr>
          <p:cNvSpPr txBox="1">
            <a:spLocks/>
          </p:cNvSpPr>
          <p:nvPr userDrawn="1"/>
        </p:nvSpPr>
        <p:spPr>
          <a:xfrm>
            <a:off x="558803" y="6478009"/>
            <a:ext cx="160300"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9" name="Footer Placeholder 2">
            <a:extLst>
              <a:ext uri="{FF2B5EF4-FFF2-40B4-BE49-F238E27FC236}">
                <a16:creationId xmlns:a16="http://schemas.microsoft.com/office/drawing/2014/main" id="{1919DE24-3282-A49D-D2AA-B10225082E8B}"/>
              </a:ext>
            </a:extLst>
          </p:cNvPr>
          <p:cNvSpPr>
            <a:spLocks noGrp="1"/>
          </p:cNvSpPr>
          <p:nvPr>
            <p:ph type="ftr" sz="quarter" idx="3"/>
          </p:nvPr>
        </p:nvSpPr>
        <p:spPr>
          <a:xfrm>
            <a:off x="2006146" y="6235197"/>
            <a:ext cx="8207609" cy="531835"/>
          </a:xfrm>
          <a:prstGeom prst="rect">
            <a:avLst/>
          </a:prstGeom>
        </p:spPr>
        <p:txBody>
          <a:bodyPr vert="horz" wrap="square" lIns="0" tIns="0" rIns="0" bIns="0" rtlCol="0" anchor="b" anchorCtr="0">
            <a:noAutofit/>
          </a:bodyPr>
          <a:lstStyle>
            <a:lvl1pPr>
              <a:defRPr lang="en-US" sz="1067"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p>
        </p:txBody>
      </p:sp>
      <p:cxnSp>
        <p:nvCxnSpPr>
          <p:cNvPr id="10" name="Straight Connector 9">
            <a:extLst>
              <a:ext uri="{FF2B5EF4-FFF2-40B4-BE49-F238E27FC236}">
                <a16:creationId xmlns:a16="http://schemas.microsoft.com/office/drawing/2014/main" id="{04F6928E-5083-6A9A-251F-201AE9185562}"/>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89506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emf"/><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8581F3E-750B-ADAB-3DC3-4A3E75C1E740}"/>
              </a:ext>
            </a:extLst>
          </p:cNvPr>
          <p:cNvGraphicFramePr>
            <a:graphicFrameLocks noChangeAspect="1"/>
          </p:cNvGraphicFramePr>
          <p:nvPr userDrawn="1">
            <p:custDataLst>
              <p:tags r:id="rId54"/>
            </p:custDataLst>
            <p:extLst>
              <p:ext uri="{D42A27DB-BD31-4B8C-83A1-F6EECF244321}">
                <p14:modId xmlns:p14="http://schemas.microsoft.com/office/powerpoint/2010/main" val="3505998441"/>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55" imgW="479" imgH="478" progId="TCLayout.ActiveDocument.1">
                  <p:embed/>
                </p:oleObj>
              </mc:Choice>
              <mc:Fallback>
                <p:oleObj name="think-cell Slide" r:id="rId55" imgW="479" imgH="478" progId="TCLayout.ActiveDocument.1">
                  <p:embed/>
                  <p:pic>
                    <p:nvPicPr>
                      <p:cNvPr id="4" name="think-cell data - do not delete" hidden="1">
                        <a:extLst>
                          <a:ext uri="{FF2B5EF4-FFF2-40B4-BE49-F238E27FC236}">
                            <a16:creationId xmlns:a16="http://schemas.microsoft.com/office/drawing/2014/main" id="{18581F3E-750B-ADAB-3DC3-4A3E75C1E740}"/>
                          </a:ext>
                        </a:extLst>
                      </p:cNvPr>
                      <p:cNvPicPr/>
                      <p:nvPr/>
                    </p:nvPicPr>
                    <p:blipFill>
                      <a:blip r:embed="rId56"/>
                      <a:stretch>
                        <a:fillRect/>
                      </a:stretch>
                    </p:blipFill>
                    <p:spPr>
                      <a:xfrm>
                        <a:off x="2118" y="2118"/>
                        <a:ext cx="2117" cy="2117"/>
                      </a:xfrm>
                      <a:prstGeom prst="rect">
                        <a:avLst/>
                      </a:prstGeom>
                    </p:spPr>
                  </p:pic>
                </p:oleObj>
              </mc:Fallback>
            </mc:AlternateContent>
          </a:graphicData>
        </a:graphic>
      </p:graphicFrame>
      <p:sp>
        <p:nvSpPr>
          <p:cNvPr id="2" name="Footer Placeholder 2">
            <a:extLst>
              <a:ext uri="{FF2B5EF4-FFF2-40B4-BE49-F238E27FC236}">
                <a16:creationId xmlns:a16="http://schemas.microsoft.com/office/drawing/2014/main" id="{3851C8C1-5431-F12D-03EB-90A419F1C8F4}"/>
              </a:ext>
            </a:extLst>
          </p:cNvPr>
          <p:cNvSpPr txBox="1">
            <a:spLocks/>
          </p:cNvSpPr>
          <p:nvPr userDrawn="1"/>
        </p:nvSpPr>
        <p:spPr>
          <a:xfrm>
            <a:off x="192293" y="6432886"/>
            <a:ext cx="1478835" cy="378105"/>
          </a:xfrm>
          <a:prstGeom prst="rect">
            <a:avLst/>
          </a:prstGeom>
        </p:spPr>
        <p:txBody>
          <a:bodyPr vert="horz" wrap="square" lIns="0" tIns="0" rIns="0" bIns="0" rtlCol="0" anchor="b" anchorCtr="0">
            <a:noAutofit/>
          </a:bodyPr>
          <a:lstStyle>
            <a:defPPr>
              <a:defRPr lang="en-US"/>
            </a:defPPr>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067" dirty="0">
                <a:solidFill>
                  <a:schemeClr val="tx2"/>
                </a:solidFill>
              </a:rPr>
              <a:t>Confidential</a:t>
            </a:r>
          </a:p>
        </p:txBody>
      </p:sp>
      <p:sp>
        <p:nvSpPr>
          <p:cNvPr id="3" name="Footer Placeholder 2">
            <a:extLst>
              <a:ext uri="{FF2B5EF4-FFF2-40B4-BE49-F238E27FC236}">
                <a16:creationId xmlns:a16="http://schemas.microsoft.com/office/drawing/2014/main" id="{5D92DAC7-1544-FCB1-9443-D900AD0D6EC1}"/>
              </a:ext>
            </a:extLst>
          </p:cNvPr>
          <p:cNvSpPr>
            <a:spLocks noGrp="1"/>
          </p:cNvSpPr>
          <p:nvPr>
            <p:ph type="ftr" sz="quarter" idx="3"/>
          </p:nvPr>
        </p:nvSpPr>
        <p:spPr>
          <a:xfrm>
            <a:off x="2006146" y="6217919"/>
            <a:ext cx="8207585" cy="558564"/>
          </a:xfrm>
          <a:prstGeom prst="rect">
            <a:avLst/>
          </a:prstGeom>
        </p:spPr>
        <p:txBody>
          <a:bodyPr vert="horz" wrap="square" lIns="0" tIns="0" rIns="0" bIns="0" rtlCol="0" anchor="b" anchorCtr="0">
            <a:noAutofit/>
          </a:bodyPr>
          <a:lstStyle>
            <a:lvl1pPr>
              <a:defRPr lang="en-US" sz="1067"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a:t>
            </a:r>
            <a:r>
              <a:rPr lang="en-US" dirty="0" err="1"/>
              <a:t>ies</a:t>
            </a:r>
            <a:r>
              <a:rPr lang="en-US" dirty="0"/>
              <a:t>, where applicable.</a:t>
            </a:r>
          </a:p>
        </p:txBody>
      </p:sp>
      <p:sp>
        <p:nvSpPr>
          <p:cNvPr id="6" name="TextBox 5">
            <a:extLst>
              <a:ext uri="{FF2B5EF4-FFF2-40B4-BE49-F238E27FC236}">
                <a16:creationId xmlns:a16="http://schemas.microsoft.com/office/drawing/2014/main" id="{9E421DE1-F510-FACB-B918-5D4E4477EEA4}"/>
              </a:ext>
            </a:extLst>
          </p:cNvPr>
          <p:cNvSpPr txBox="1"/>
          <p:nvPr>
            <p:extLst>
              <p:ext uri="{1162E1C5-73C7-4A58-AE30-91384D911F3F}">
                <p184:classification xmlns:p184="http://schemas.microsoft.com/office/powerpoint/2018/4/main" val="ftr"/>
              </p:ext>
            </p:extLst>
          </p:nvPr>
        </p:nvSpPr>
        <p:spPr>
          <a:xfrm>
            <a:off x="5899151" y="6695441"/>
            <a:ext cx="469900" cy="164212"/>
          </a:xfrm>
          <a:prstGeom prst="rect">
            <a:avLst/>
          </a:prstGeom>
        </p:spPr>
        <p:txBody>
          <a:bodyPr horzOverflow="overflow" lIns="0" tIns="0" rIns="0" bIns="0">
            <a:spAutoFit/>
          </a:bodyPr>
          <a:lstStyle/>
          <a:p>
            <a:pPr algn="l"/>
            <a:r>
              <a:rPr lang="en-US" sz="1067">
                <a:solidFill>
                  <a:srgbClr val="001753"/>
                </a:solidFill>
                <a:latin typeface="Arial" panose="020B0604020202020204" pitchFamily="34" charset="0"/>
                <a:cs typeface="Arial" panose="020B0604020202020204" pitchFamily="34" charset="0"/>
              </a:rPr>
              <a:t>Secret </a:t>
            </a:r>
          </a:p>
        </p:txBody>
      </p:sp>
    </p:spTree>
    <p:extLst>
      <p:ext uri="{BB962C8B-B14F-4D97-AF65-F5344CB8AC3E}">
        <p14:creationId xmlns:p14="http://schemas.microsoft.com/office/powerpoint/2010/main" val="39557289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B7EA547-AC4E-FA0F-95CD-191A52985337}"/>
              </a:ext>
            </a:extLst>
          </p:cNvPr>
          <p:cNvSpPr>
            <a:spLocks noGrp="1"/>
          </p:cNvSpPr>
          <p:nvPr>
            <p:ph type="ftr" sz="quarter" idx="3"/>
          </p:nvPr>
        </p:nvSpPr>
        <p:spPr/>
        <p:txBody>
          <a:bodyPr/>
          <a:lstStyle/>
          <a:p>
            <a:r>
              <a:rPr lang="en-US">
                <a:solidFill>
                  <a:srgbClr val="001135"/>
                </a:solidFill>
              </a:rPr>
              <a:t>This document aims to support the business groups and corporate functions in Nokia subject to necessary legal procedures and approvals.  Nothing herein should be deemed to indicate that any final decision has been made which otherwise may require information and/or consultation with relevant employee representative body/ies, where applicable.</a:t>
            </a:r>
            <a:endParaRPr lang="en-US" dirty="0">
              <a:solidFill>
                <a:srgbClr val="001135"/>
              </a:solidFill>
            </a:endParaRPr>
          </a:p>
        </p:txBody>
      </p:sp>
    </p:spTree>
    <p:extLst>
      <p:ext uri="{BB962C8B-B14F-4D97-AF65-F5344CB8AC3E}">
        <p14:creationId xmlns:p14="http://schemas.microsoft.com/office/powerpoint/2010/main" val="14371534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4Sek1t48b7xJ_PXDDZ7Hw"/>
</p:tagLst>
</file>

<file path=ppt/theme/theme1.xml><?xml version="1.0" encoding="utf-8"?>
<a:theme xmlns:a="http://schemas.openxmlformats.org/drawingml/2006/main" name="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Presentation4" id="{7FB17CF7-5D7A-4820-B56C-114EF7598AAD}" vid="{79A18094-58F7-4960-BD7D-6BB79092C1E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702</Words>
  <Application>Microsoft Office PowerPoint</Application>
  <PresentationFormat>Ecran lat</PresentationFormat>
  <Paragraphs>119</Paragraphs>
  <Slides>1</Slides>
  <Notes>0</Notes>
  <HiddenSlides>0</HiddenSlides>
  <MMClips>0</MMClips>
  <ScaleCrop>false</ScaleCrop>
  <HeadingPairs>
    <vt:vector size="4" baseType="variant">
      <vt:variant>
        <vt:lpstr>Temă</vt:lpstr>
      </vt:variant>
      <vt:variant>
        <vt:i4>1</vt:i4>
      </vt:variant>
      <vt:variant>
        <vt:lpstr>Titluri diapozitive</vt:lpstr>
      </vt:variant>
      <vt:variant>
        <vt:i4>1</vt:i4>
      </vt:variant>
    </vt:vector>
  </HeadingPairs>
  <TitlesOfParts>
    <vt:vector size="2" baseType="lpstr">
      <vt:lpstr>1. Master</vt:lpstr>
      <vt:lpstr>Prezentare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Istvan Palfi (Nokia)</dc:creator>
  <cp:lastModifiedBy>Radu-Casian Mîrzoca</cp:lastModifiedBy>
  <cp:revision>36</cp:revision>
  <dcterms:created xsi:type="dcterms:W3CDTF">2023-09-20T08:52:49Z</dcterms:created>
  <dcterms:modified xsi:type="dcterms:W3CDTF">2026-04-17T10:23:43Z</dcterms:modified>
</cp:coreProperties>
</file>